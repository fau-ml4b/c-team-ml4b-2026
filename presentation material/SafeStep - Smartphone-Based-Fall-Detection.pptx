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7"/>
  </p:notesMasterIdLst>
  <p:sldIdLst>
    <p:sldId id="261" r:id="rId2"/>
    <p:sldId id="257" r:id="rId3"/>
    <p:sldId id="267" r:id="rId4"/>
    <p:sldId id="270" r:id="rId5"/>
    <p:sldId id="269" r:id="rId6"/>
  </p:sldIdLst>
  <p:sldSz cx="9144000" cy="5143500" type="screen16x9"/>
  <p:notesSz cx="5143500" cy="9144000"/>
  <p:embeddedFontLst>
    <p:embeddedFont>
      <p:font typeface="Heebo" pitchFamily="2" charset="-79"/>
      <p:regular r:id="rId8"/>
      <p:bold r:id="rId9"/>
    </p:embeddedFont>
    <p:embeddedFont>
      <p:font typeface="Heebo Bold" charset="-79"/>
      <p:regular r:id="rId10"/>
      <p:bold r:id="rId1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afeStep" id="{72C882B4-67F3-4764-85EB-722F241E18DE}">
          <p14:sldIdLst>
            <p14:sldId id="261"/>
            <p14:sldId id="257"/>
            <p14:sldId id="267"/>
            <p14:sldId id="270"/>
            <p14:sldId id="26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2D47"/>
    <a:srgbClr val="AEAEAE"/>
    <a:srgbClr val="6D6D6D"/>
    <a:srgbClr val="F2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337F0D-B183-4456-A183-2DDDAFDA3407}" v="285" dt="2026-06-25T21:32:08.7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2288" autoAdjust="0"/>
  </p:normalViewPr>
  <p:slideViewPr>
    <p:cSldViewPr snapToGrid="0">
      <p:cViewPr>
        <p:scale>
          <a:sx n="110" d="100"/>
          <a:sy n="110" d="100"/>
        </p:scale>
        <p:origin x="658" y="-269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chreyer, Vincent" userId="02845792-f48a-4ca6-95b8-e54179469cd6" providerId="ADAL" clId="{0300DDB3-F1E8-4C72-85CD-A803073A2FB3}"/>
    <pc:docChg chg="undo redo custSel addSld delSld modSld sldOrd modMainMaster addSection delSection modSection">
      <pc:chgData name="Schreyer, Vincent" userId="02845792-f48a-4ca6-95b8-e54179469cd6" providerId="ADAL" clId="{0300DDB3-F1E8-4C72-85CD-A803073A2FB3}" dt="2026-06-25T21:32:35.907" v="1354" actId="2696"/>
      <pc:docMkLst>
        <pc:docMk/>
      </pc:docMkLst>
      <pc:sldChg chg="modSp del mod">
        <pc:chgData name="Schreyer, Vincent" userId="02845792-f48a-4ca6-95b8-e54179469cd6" providerId="ADAL" clId="{0300DDB3-F1E8-4C72-85CD-A803073A2FB3}" dt="2026-06-25T16:48:03.350" v="139" actId="2696"/>
        <pc:sldMkLst>
          <pc:docMk/>
          <pc:sldMk cId="0" sldId="256"/>
        </pc:sldMkLst>
        <pc:spChg chg="mod">
          <ac:chgData name="Schreyer, Vincent" userId="02845792-f48a-4ca6-95b8-e54179469cd6" providerId="ADAL" clId="{0300DDB3-F1E8-4C72-85CD-A803073A2FB3}" dt="2026-06-25T04:22:23.623" v="33" actId="2711"/>
          <ac:spMkLst>
            <pc:docMk/>
            <pc:sldMk cId="0" sldId="256"/>
            <ac:spMk id="5" creationId="{00000000-0000-0000-0000-000000000000}"/>
          </ac:spMkLst>
        </pc:spChg>
        <pc:spChg chg="mod">
          <ac:chgData name="Schreyer, Vincent" userId="02845792-f48a-4ca6-95b8-e54179469cd6" providerId="ADAL" clId="{0300DDB3-F1E8-4C72-85CD-A803073A2FB3}" dt="2026-06-25T04:21:51.629" v="29" actId="2711"/>
          <ac:spMkLst>
            <pc:docMk/>
            <pc:sldMk cId="0" sldId="256"/>
            <ac:spMk id="6" creationId="{00000000-0000-0000-0000-000000000000}"/>
          </ac:spMkLst>
        </pc:spChg>
        <pc:spChg chg="mod">
          <ac:chgData name="Schreyer, Vincent" userId="02845792-f48a-4ca6-95b8-e54179469cd6" providerId="ADAL" clId="{0300DDB3-F1E8-4C72-85CD-A803073A2FB3}" dt="2026-06-25T04:22:01.476" v="30" actId="2711"/>
          <ac:spMkLst>
            <pc:docMk/>
            <pc:sldMk cId="0" sldId="256"/>
            <ac:spMk id="7" creationId="{00000000-0000-0000-0000-000000000000}"/>
          </ac:spMkLst>
        </pc:spChg>
        <pc:spChg chg="mod">
          <ac:chgData name="Schreyer, Vincent" userId="02845792-f48a-4ca6-95b8-e54179469cd6" providerId="ADAL" clId="{0300DDB3-F1E8-4C72-85CD-A803073A2FB3}" dt="2026-06-25T04:22:15.050" v="32" actId="2711"/>
          <ac:spMkLst>
            <pc:docMk/>
            <pc:sldMk cId="0" sldId="256"/>
            <ac:spMk id="14" creationId="{C4CC3217-9EA9-DBBD-2817-96D841659F7D}"/>
          </ac:spMkLst>
        </pc:spChg>
      </pc:sldChg>
      <pc:sldChg chg="addSp delSp modSp mod">
        <pc:chgData name="Schreyer, Vincent" userId="02845792-f48a-4ca6-95b8-e54179469cd6" providerId="ADAL" clId="{0300DDB3-F1E8-4C72-85CD-A803073A2FB3}" dt="2026-06-25T21:04:35.482" v="1202" actId="113"/>
        <pc:sldMkLst>
          <pc:docMk/>
          <pc:sldMk cId="0" sldId="257"/>
        </pc:sldMkLst>
        <pc:spChg chg="mod">
          <ac:chgData name="Schreyer, Vincent" userId="02845792-f48a-4ca6-95b8-e54179469cd6" providerId="ADAL" clId="{0300DDB3-F1E8-4C72-85CD-A803073A2FB3}" dt="2026-06-25T20:20:57.403" v="1082" actId="404"/>
          <ac:spMkLst>
            <pc:docMk/>
            <pc:sldMk cId="0" sldId="257"/>
            <ac:spMk id="2" creationId="{00000000-0000-0000-0000-000000000000}"/>
          </ac:spMkLst>
        </pc:spChg>
        <pc:spChg chg="del mod">
          <ac:chgData name="Schreyer, Vincent" userId="02845792-f48a-4ca6-95b8-e54179469cd6" providerId="ADAL" clId="{0300DDB3-F1E8-4C72-85CD-A803073A2FB3}" dt="2026-06-25T17:40:55.655" v="226" actId="21"/>
          <ac:spMkLst>
            <pc:docMk/>
            <pc:sldMk cId="0" sldId="257"/>
            <ac:spMk id="4" creationId="{00000000-0000-0000-0000-000000000000}"/>
          </ac:spMkLst>
        </pc:spChg>
        <pc:spChg chg="del mod">
          <ac:chgData name="Schreyer, Vincent" userId="02845792-f48a-4ca6-95b8-e54179469cd6" providerId="ADAL" clId="{0300DDB3-F1E8-4C72-85CD-A803073A2FB3}" dt="2026-06-25T17:40:51.053" v="225" actId="21"/>
          <ac:spMkLst>
            <pc:docMk/>
            <pc:sldMk cId="0" sldId="257"/>
            <ac:spMk id="5" creationId="{00000000-0000-0000-0000-000000000000}"/>
          </ac:spMkLst>
        </pc:spChg>
        <pc:spChg chg="del mod">
          <ac:chgData name="Schreyer, Vincent" userId="02845792-f48a-4ca6-95b8-e54179469cd6" providerId="ADAL" clId="{0300DDB3-F1E8-4C72-85CD-A803073A2FB3}" dt="2026-06-25T17:37:38.316" v="196" actId="21"/>
          <ac:spMkLst>
            <pc:docMk/>
            <pc:sldMk cId="0" sldId="257"/>
            <ac:spMk id="6" creationId="{00000000-0000-0000-0000-000000000000}"/>
          </ac:spMkLst>
        </pc:spChg>
        <pc:spChg chg="del mod">
          <ac:chgData name="Schreyer, Vincent" userId="02845792-f48a-4ca6-95b8-e54179469cd6" providerId="ADAL" clId="{0300DDB3-F1E8-4C72-85CD-A803073A2FB3}" dt="2026-06-25T17:37:40.594" v="197" actId="21"/>
          <ac:spMkLst>
            <pc:docMk/>
            <pc:sldMk cId="0" sldId="257"/>
            <ac:spMk id="7" creationId="{00000000-0000-0000-0000-000000000000}"/>
          </ac:spMkLst>
        </pc:spChg>
        <pc:spChg chg="del">
          <ac:chgData name="Schreyer, Vincent" userId="02845792-f48a-4ca6-95b8-e54179469cd6" providerId="ADAL" clId="{0300DDB3-F1E8-4C72-85CD-A803073A2FB3}" dt="2026-06-25T17:35:30.461" v="180" actId="478"/>
          <ac:spMkLst>
            <pc:docMk/>
            <pc:sldMk cId="0" sldId="257"/>
            <ac:spMk id="8" creationId="{00000000-0000-0000-0000-000000000000}"/>
          </ac:spMkLst>
        </pc:spChg>
        <pc:spChg chg="del mod">
          <ac:chgData name="Schreyer, Vincent" userId="02845792-f48a-4ca6-95b8-e54179469cd6" providerId="ADAL" clId="{0300DDB3-F1E8-4C72-85CD-A803073A2FB3}" dt="2026-06-25T17:35:30.461" v="180" actId="478"/>
          <ac:spMkLst>
            <pc:docMk/>
            <pc:sldMk cId="0" sldId="257"/>
            <ac:spMk id="10" creationId="{00000000-0000-0000-0000-000000000000}"/>
          </ac:spMkLst>
        </pc:spChg>
        <pc:spChg chg="mod">
          <ac:chgData name="Schreyer, Vincent" userId="02845792-f48a-4ca6-95b8-e54179469cd6" providerId="ADAL" clId="{0300DDB3-F1E8-4C72-85CD-A803073A2FB3}" dt="2026-06-25T04:17:31.842" v="10"/>
          <ac:spMkLst>
            <pc:docMk/>
            <pc:sldMk cId="0" sldId="257"/>
            <ac:spMk id="17" creationId="{53A4DD43-56FE-D612-8131-5AF7488377E9}"/>
          </ac:spMkLst>
        </pc:spChg>
        <pc:spChg chg="add mod">
          <ac:chgData name="Schreyer, Vincent" userId="02845792-f48a-4ca6-95b8-e54179469cd6" providerId="ADAL" clId="{0300DDB3-F1E8-4C72-85CD-A803073A2FB3}" dt="2026-06-25T04:17:31.842" v="10"/>
          <ac:spMkLst>
            <pc:docMk/>
            <pc:sldMk cId="0" sldId="257"/>
            <ac:spMk id="20" creationId="{D407A050-4C6E-316C-86E1-5F0A0435D013}"/>
          </ac:spMkLst>
        </pc:spChg>
        <pc:spChg chg="add mod">
          <ac:chgData name="Schreyer, Vincent" userId="02845792-f48a-4ca6-95b8-e54179469cd6" providerId="ADAL" clId="{0300DDB3-F1E8-4C72-85CD-A803073A2FB3}" dt="2026-06-25T04:17:31.842" v="10"/>
          <ac:spMkLst>
            <pc:docMk/>
            <pc:sldMk cId="0" sldId="257"/>
            <ac:spMk id="21" creationId="{B3CB6494-BD8D-3485-25EF-A27A54F6A654}"/>
          </ac:spMkLst>
        </pc:spChg>
        <pc:spChg chg="add mod">
          <ac:chgData name="Schreyer, Vincent" userId="02845792-f48a-4ca6-95b8-e54179469cd6" providerId="ADAL" clId="{0300DDB3-F1E8-4C72-85CD-A803073A2FB3}" dt="2026-06-25T04:17:31.842" v="10"/>
          <ac:spMkLst>
            <pc:docMk/>
            <pc:sldMk cId="0" sldId="257"/>
            <ac:spMk id="22" creationId="{CEC30B53-B4C9-E444-E8AC-F0478D3529BA}"/>
          </ac:spMkLst>
        </pc:spChg>
        <pc:spChg chg="mod">
          <ac:chgData name="Schreyer, Vincent" userId="02845792-f48a-4ca6-95b8-e54179469cd6" providerId="ADAL" clId="{0300DDB3-F1E8-4C72-85CD-A803073A2FB3}" dt="2026-06-25T04:17:35.775" v="11"/>
          <ac:spMkLst>
            <pc:docMk/>
            <pc:sldMk cId="0" sldId="257"/>
            <ac:spMk id="25" creationId="{A6BF4275-471C-10B4-7315-62868AC236CC}"/>
          </ac:spMkLst>
        </pc:spChg>
        <pc:spChg chg="add mod">
          <ac:chgData name="Schreyer, Vincent" userId="02845792-f48a-4ca6-95b8-e54179469cd6" providerId="ADAL" clId="{0300DDB3-F1E8-4C72-85CD-A803073A2FB3}" dt="2026-06-25T04:29:54.894" v="89" actId="2711"/>
          <ac:spMkLst>
            <pc:docMk/>
            <pc:sldMk cId="0" sldId="257"/>
            <ac:spMk id="26" creationId="{7B2E6CC4-1D5D-5514-DAD8-C7818C25C57E}"/>
          </ac:spMkLst>
        </pc:spChg>
        <pc:spChg chg="add mod">
          <ac:chgData name="Schreyer, Vincent" userId="02845792-f48a-4ca6-95b8-e54179469cd6" providerId="ADAL" clId="{0300DDB3-F1E8-4C72-85CD-A803073A2FB3}" dt="2026-06-25T20:49:09.017" v="1188" actId="207"/>
          <ac:spMkLst>
            <pc:docMk/>
            <pc:sldMk cId="0" sldId="257"/>
            <ac:spMk id="27" creationId="{2DD89348-8EA8-770B-8A39-7E5E262D425F}"/>
          </ac:spMkLst>
        </pc:spChg>
        <pc:spChg chg="add mod">
          <ac:chgData name="Schreyer, Vincent" userId="02845792-f48a-4ca6-95b8-e54179469cd6" providerId="ADAL" clId="{0300DDB3-F1E8-4C72-85CD-A803073A2FB3}" dt="2026-06-25T04:29:54.894" v="89" actId="2711"/>
          <ac:spMkLst>
            <pc:docMk/>
            <pc:sldMk cId="0" sldId="257"/>
            <ac:spMk id="28" creationId="{3E9CF991-8BF4-8884-F165-707B1A4F6C29}"/>
          </ac:spMkLst>
        </pc:spChg>
        <pc:spChg chg="add mod">
          <ac:chgData name="Schreyer, Vincent" userId="02845792-f48a-4ca6-95b8-e54179469cd6" providerId="ADAL" clId="{0300DDB3-F1E8-4C72-85CD-A803073A2FB3}" dt="2026-06-25T17:56:47.337" v="340" actId="165"/>
          <ac:spMkLst>
            <pc:docMk/>
            <pc:sldMk cId="0" sldId="257"/>
            <ac:spMk id="30" creationId="{C9E5C763-1DA8-0378-37A0-83BE389EBDA8}"/>
          </ac:spMkLst>
        </pc:spChg>
        <pc:spChg chg="add mod">
          <ac:chgData name="Schreyer, Vincent" userId="02845792-f48a-4ca6-95b8-e54179469cd6" providerId="ADAL" clId="{0300DDB3-F1E8-4C72-85CD-A803073A2FB3}" dt="2026-06-25T17:56:47.337" v="340" actId="165"/>
          <ac:spMkLst>
            <pc:docMk/>
            <pc:sldMk cId="0" sldId="257"/>
            <ac:spMk id="31" creationId="{D347364A-926F-0275-35FD-621953AD3AD3}"/>
          </ac:spMkLst>
        </pc:spChg>
        <pc:spChg chg="add mod">
          <ac:chgData name="Schreyer, Vincent" userId="02845792-f48a-4ca6-95b8-e54179469cd6" providerId="ADAL" clId="{0300DDB3-F1E8-4C72-85CD-A803073A2FB3}" dt="2026-06-25T17:56:47.337" v="340" actId="165"/>
          <ac:spMkLst>
            <pc:docMk/>
            <pc:sldMk cId="0" sldId="257"/>
            <ac:spMk id="33" creationId="{5DA30F77-C34C-15FC-E51E-47FB6AC72CC3}"/>
          </ac:spMkLst>
        </pc:spChg>
        <pc:spChg chg="add mod">
          <ac:chgData name="Schreyer, Vincent" userId="02845792-f48a-4ca6-95b8-e54179469cd6" providerId="ADAL" clId="{0300DDB3-F1E8-4C72-85CD-A803073A2FB3}" dt="2026-06-25T21:04:35.482" v="1202" actId="113"/>
          <ac:spMkLst>
            <pc:docMk/>
            <pc:sldMk cId="0" sldId="257"/>
            <ac:spMk id="34" creationId="{1E590395-C707-D334-9878-047340773226}"/>
          </ac:spMkLst>
        </pc:spChg>
        <pc:spChg chg="add mod">
          <ac:chgData name="Schreyer, Vincent" userId="02845792-f48a-4ca6-95b8-e54179469cd6" providerId="ADAL" clId="{0300DDB3-F1E8-4C72-85CD-A803073A2FB3}" dt="2026-06-25T17:57:23.632" v="344" actId="1076"/>
          <ac:spMkLst>
            <pc:docMk/>
            <pc:sldMk cId="0" sldId="257"/>
            <ac:spMk id="36" creationId="{34CBA5E0-356E-712C-9EB9-A539E2D5D0AE}"/>
          </ac:spMkLst>
        </pc:spChg>
        <pc:spChg chg="add mod topLvl">
          <ac:chgData name="Schreyer, Vincent" userId="02845792-f48a-4ca6-95b8-e54179469cd6" providerId="ADAL" clId="{0300DDB3-F1E8-4C72-85CD-A803073A2FB3}" dt="2026-06-25T17:57:23.632" v="344" actId="1076"/>
          <ac:spMkLst>
            <pc:docMk/>
            <pc:sldMk cId="0" sldId="257"/>
            <ac:spMk id="38" creationId="{56D2D535-59EF-0568-8108-982CF266F223}"/>
          </ac:spMkLst>
        </pc:spChg>
        <pc:spChg chg="add del mod">
          <ac:chgData name="Schreyer, Vincent" userId="02845792-f48a-4ca6-95b8-e54179469cd6" providerId="ADAL" clId="{0300DDB3-F1E8-4C72-85CD-A803073A2FB3}" dt="2026-06-25T17:42:15.853" v="236" actId="21"/>
          <ac:spMkLst>
            <pc:docMk/>
            <pc:sldMk cId="0" sldId="257"/>
            <ac:spMk id="39" creationId="{E472BA12-F734-B656-815F-DFEB3BDB93A5}"/>
          </ac:spMkLst>
        </pc:spChg>
        <pc:spChg chg="add mod topLvl">
          <ac:chgData name="Schreyer, Vincent" userId="02845792-f48a-4ca6-95b8-e54179469cd6" providerId="ADAL" clId="{0300DDB3-F1E8-4C72-85CD-A803073A2FB3}" dt="2026-06-25T17:57:23.632" v="344" actId="1076"/>
          <ac:spMkLst>
            <pc:docMk/>
            <pc:sldMk cId="0" sldId="257"/>
            <ac:spMk id="40" creationId="{0240B1E1-AD26-E671-1F37-DF0DECC9C8C2}"/>
          </ac:spMkLst>
        </pc:spChg>
        <pc:spChg chg="add mod topLvl">
          <ac:chgData name="Schreyer, Vincent" userId="02845792-f48a-4ca6-95b8-e54179469cd6" providerId="ADAL" clId="{0300DDB3-F1E8-4C72-85CD-A803073A2FB3}" dt="2026-06-25T17:57:23.632" v="344" actId="1076"/>
          <ac:spMkLst>
            <pc:docMk/>
            <pc:sldMk cId="0" sldId="257"/>
            <ac:spMk id="42" creationId="{A8CA8932-1BE6-9B99-63A6-0594A1F29AD2}"/>
          </ac:spMkLst>
        </pc:spChg>
        <pc:spChg chg="add mod topLvl">
          <ac:chgData name="Schreyer, Vincent" userId="02845792-f48a-4ca6-95b8-e54179469cd6" providerId="ADAL" clId="{0300DDB3-F1E8-4C72-85CD-A803073A2FB3}" dt="2026-06-25T17:57:23.632" v="344" actId="1076"/>
          <ac:spMkLst>
            <pc:docMk/>
            <pc:sldMk cId="0" sldId="257"/>
            <ac:spMk id="43" creationId="{E4708A5C-5765-CA2C-20CD-A0AA4B01B99F}"/>
          </ac:spMkLst>
        </pc:spChg>
        <pc:spChg chg="add mod topLvl">
          <ac:chgData name="Schreyer, Vincent" userId="02845792-f48a-4ca6-95b8-e54179469cd6" providerId="ADAL" clId="{0300DDB3-F1E8-4C72-85CD-A803073A2FB3}" dt="2026-06-25T17:57:23.632" v="344" actId="1076"/>
          <ac:spMkLst>
            <pc:docMk/>
            <pc:sldMk cId="0" sldId="257"/>
            <ac:spMk id="45" creationId="{D637F5BA-7570-EDAE-5B98-4CC6E6CC6EE3}"/>
          </ac:spMkLst>
        </pc:spChg>
        <pc:spChg chg="add mod topLvl">
          <ac:chgData name="Schreyer, Vincent" userId="02845792-f48a-4ca6-95b8-e54179469cd6" providerId="ADAL" clId="{0300DDB3-F1E8-4C72-85CD-A803073A2FB3}" dt="2026-06-25T17:57:23.632" v="344" actId="1076"/>
          <ac:spMkLst>
            <pc:docMk/>
            <pc:sldMk cId="0" sldId="257"/>
            <ac:spMk id="46" creationId="{D2AB834B-4CE3-9821-E82A-C5A66DE06E65}"/>
          </ac:spMkLst>
        </pc:spChg>
        <pc:spChg chg="add mod">
          <ac:chgData name="Schreyer, Vincent" userId="02845792-f48a-4ca6-95b8-e54179469cd6" providerId="ADAL" clId="{0300DDB3-F1E8-4C72-85CD-A803073A2FB3}" dt="2026-06-25T17:57:23.632" v="344" actId="1076"/>
          <ac:spMkLst>
            <pc:docMk/>
            <pc:sldMk cId="0" sldId="257"/>
            <ac:spMk id="48" creationId="{6A82625A-EB20-503B-2E73-0A797FC7E166}"/>
          </ac:spMkLst>
        </pc:spChg>
        <pc:spChg chg="add del mod">
          <ac:chgData name="Schreyer, Vincent" userId="02845792-f48a-4ca6-95b8-e54179469cd6" providerId="ADAL" clId="{0300DDB3-F1E8-4C72-85CD-A803073A2FB3}" dt="2026-06-25T17:56:33.330" v="339" actId="21"/>
          <ac:spMkLst>
            <pc:docMk/>
            <pc:sldMk cId="0" sldId="257"/>
            <ac:spMk id="49" creationId="{D1A2C40C-06C3-D7EC-FD01-7E92E4FE84E5}"/>
          </ac:spMkLst>
        </pc:spChg>
        <pc:spChg chg="add mod">
          <ac:chgData name="Schreyer, Vincent" userId="02845792-f48a-4ca6-95b8-e54179469cd6" providerId="ADAL" clId="{0300DDB3-F1E8-4C72-85CD-A803073A2FB3}" dt="2026-06-25T17:53:50.173" v="300" actId="14100"/>
          <ac:spMkLst>
            <pc:docMk/>
            <pc:sldMk cId="0" sldId="257"/>
            <ac:spMk id="56" creationId="{3FA27D9E-0440-333D-8135-C1B4CE855C6D}"/>
          </ac:spMkLst>
        </pc:spChg>
        <pc:spChg chg="add mod">
          <ac:chgData name="Schreyer, Vincent" userId="02845792-f48a-4ca6-95b8-e54179469cd6" providerId="ADAL" clId="{0300DDB3-F1E8-4C72-85CD-A803073A2FB3}" dt="2026-06-25T17:54:11.603" v="324" actId="20577"/>
          <ac:spMkLst>
            <pc:docMk/>
            <pc:sldMk cId="0" sldId="257"/>
            <ac:spMk id="57" creationId="{61E13B32-EE3B-C310-A921-17E3506FBC54}"/>
          </ac:spMkLst>
        </pc:spChg>
        <pc:spChg chg="add mod">
          <ac:chgData name="Schreyer, Vincent" userId="02845792-f48a-4ca6-95b8-e54179469cd6" providerId="ADAL" clId="{0300DDB3-F1E8-4C72-85CD-A803073A2FB3}" dt="2026-06-25T20:42:07.860" v="1167" actId="404"/>
          <ac:spMkLst>
            <pc:docMk/>
            <pc:sldMk cId="0" sldId="257"/>
            <ac:spMk id="62" creationId="{6BAC8835-B2DC-36B8-5009-49B4AAED9D8C}"/>
          </ac:spMkLst>
        </pc:spChg>
        <pc:grpChg chg="add mod">
          <ac:chgData name="Schreyer, Vincent" userId="02845792-f48a-4ca6-95b8-e54179469cd6" providerId="ADAL" clId="{0300DDB3-F1E8-4C72-85CD-A803073A2FB3}" dt="2026-06-25T04:17:31.842" v="10"/>
          <ac:grpSpMkLst>
            <pc:docMk/>
            <pc:sldMk cId="0" sldId="257"/>
            <ac:grpSpMk id="11" creationId="{8DEC66E9-094D-FB82-217A-1254D3F7455D}"/>
          </ac:grpSpMkLst>
        </pc:grpChg>
        <pc:grpChg chg="mod">
          <ac:chgData name="Schreyer, Vincent" userId="02845792-f48a-4ca6-95b8-e54179469cd6" providerId="ADAL" clId="{0300DDB3-F1E8-4C72-85CD-A803073A2FB3}" dt="2026-06-25T17:35:46.416" v="183" actId="164"/>
          <ac:grpSpMkLst>
            <pc:docMk/>
            <pc:sldMk cId="0" sldId="257"/>
            <ac:grpSpMk id="19" creationId="{827C696B-D03B-17AA-114F-CB3A9F650CC6}"/>
          </ac:grpSpMkLst>
        </pc:grpChg>
        <pc:grpChg chg="add mod">
          <ac:chgData name="Schreyer, Vincent" userId="02845792-f48a-4ca6-95b8-e54179469cd6" providerId="ADAL" clId="{0300DDB3-F1E8-4C72-85CD-A803073A2FB3}" dt="2026-06-25T04:17:54.834" v="13" actId="1076"/>
          <ac:grpSpMkLst>
            <pc:docMk/>
            <pc:sldMk cId="0" sldId="257"/>
            <ac:grpSpMk id="23" creationId="{7472337E-C1A6-D180-9321-ECC5A29F8470}"/>
          </ac:grpSpMkLst>
        </pc:grpChg>
        <pc:grpChg chg="add mod">
          <ac:chgData name="Schreyer, Vincent" userId="02845792-f48a-4ca6-95b8-e54179469cd6" providerId="ADAL" clId="{0300DDB3-F1E8-4C72-85CD-A803073A2FB3}" dt="2026-06-25T17:52:06.914" v="292" actId="1076"/>
          <ac:grpSpMkLst>
            <pc:docMk/>
            <pc:sldMk cId="0" sldId="257"/>
            <ac:grpSpMk id="29" creationId="{1F6AC7A3-996C-1220-9EE5-27DE37F97451}"/>
          </ac:grpSpMkLst>
        </pc:grpChg>
        <pc:grpChg chg="add mod">
          <ac:chgData name="Schreyer, Vincent" userId="02845792-f48a-4ca6-95b8-e54179469cd6" providerId="ADAL" clId="{0300DDB3-F1E8-4C72-85CD-A803073A2FB3}" dt="2026-06-25T17:52:38.683" v="294" actId="1076"/>
          <ac:grpSpMkLst>
            <pc:docMk/>
            <pc:sldMk cId="0" sldId="257"/>
            <ac:grpSpMk id="35" creationId="{0EC65395-C7D6-F397-28E0-0069DE4B4ADF}"/>
          </ac:grpSpMkLst>
        </pc:grpChg>
        <pc:grpChg chg="mod">
          <ac:chgData name="Schreyer, Vincent" userId="02845792-f48a-4ca6-95b8-e54179469cd6" providerId="ADAL" clId="{0300DDB3-F1E8-4C72-85CD-A803073A2FB3}" dt="2026-06-25T17:53:07.787" v="297" actId="1076"/>
          <ac:grpSpMkLst>
            <pc:docMk/>
            <pc:sldMk cId="0" sldId="257"/>
            <ac:grpSpMk id="55" creationId="{8119DFBD-767F-5279-AD74-062C9C035C7C}"/>
          </ac:grpSpMkLst>
        </pc:grpChg>
        <pc:picChg chg="mod">
          <ac:chgData name="Schreyer, Vincent" userId="02845792-f48a-4ca6-95b8-e54179469cd6" providerId="ADAL" clId="{0300DDB3-F1E8-4C72-85CD-A803073A2FB3}" dt="2026-06-25T17:35:46.416" v="183" actId="164"/>
          <ac:picMkLst>
            <pc:docMk/>
            <pc:sldMk cId="0" sldId="257"/>
            <ac:picMk id="3" creationId="{00000000-0000-0000-0000-000000000000}"/>
          </ac:picMkLst>
        </pc:picChg>
        <pc:picChg chg="del">
          <ac:chgData name="Schreyer, Vincent" userId="02845792-f48a-4ca6-95b8-e54179469cd6" providerId="ADAL" clId="{0300DDB3-F1E8-4C72-85CD-A803073A2FB3}" dt="2026-06-25T17:35:30.461" v="180" actId="478"/>
          <ac:picMkLst>
            <pc:docMk/>
            <pc:sldMk cId="0" sldId="257"/>
            <ac:picMk id="9" creationId="{00000000-0000-0000-0000-000000000000}"/>
          </ac:picMkLst>
        </pc:picChg>
        <pc:picChg chg="add mod">
          <ac:chgData name="Schreyer, Vincent" userId="02845792-f48a-4ca6-95b8-e54179469cd6" providerId="ADAL" clId="{0300DDB3-F1E8-4C72-85CD-A803073A2FB3}" dt="2026-06-25T17:40:39.063" v="223" actId="164"/>
          <ac:picMkLst>
            <pc:docMk/>
            <pc:sldMk cId="0" sldId="257"/>
            <ac:picMk id="32" creationId="{6DAA1E57-73F8-AEC5-6E72-91B2D016D10B}"/>
          </ac:picMkLst>
        </pc:picChg>
        <pc:picChg chg="add mod">
          <ac:chgData name="Schreyer, Vincent" userId="02845792-f48a-4ca6-95b8-e54179469cd6" providerId="ADAL" clId="{0300DDB3-F1E8-4C72-85CD-A803073A2FB3}" dt="2026-06-25T17:56:59.228" v="341" actId="1076"/>
          <ac:picMkLst>
            <pc:docMk/>
            <pc:sldMk cId="0" sldId="257"/>
            <ac:picMk id="37" creationId="{B4DD7597-5605-3FEE-C6B0-07746611144B}"/>
          </ac:picMkLst>
        </pc:picChg>
        <pc:picChg chg="add mod">
          <ac:chgData name="Schreyer, Vincent" userId="02845792-f48a-4ca6-95b8-e54179469cd6" providerId="ADAL" clId="{0300DDB3-F1E8-4C72-85CD-A803073A2FB3}" dt="2026-06-25T17:48:31.949" v="263" actId="1076"/>
          <ac:picMkLst>
            <pc:docMk/>
            <pc:sldMk cId="0" sldId="257"/>
            <ac:picMk id="41" creationId="{E2068F57-A78F-03F8-5041-72C158E86936}"/>
          </ac:picMkLst>
        </pc:picChg>
        <pc:picChg chg="add mod">
          <ac:chgData name="Schreyer, Vincent" userId="02845792-f48a-4ca6-95b8-e54179469cd6" providerId="ADAL" clId="{0300DDB3-F1E8-4C72-85CD-A803073A2FB3}" dt="2026-06-25T17:57:23.632" v="344" actId="1076"/>
          <ac:picMkLst>
            <pc:docMk/>
            <pc:sldMk cId="0" sldId="257"/>
            <ac:picMk id="44" creationId="{13D1B173-9901-3C77-1107-593326838EA9}"/>
          </ac:picMkLst>
        </pc:picChg>
        <pc:picChg chg="add mod">
          <ac:chgData name="Schreyer, Vincent" userId="02845792-f48a-4ca6-95b8-e54179469cd6" providerId="ADAL" clId="{0300DDB3-F1E8-4C72-85CD-A803073A2FB3}" dt="2026-06-25T17:57:36.397" v="345" actId="207"/>
          <ac:picMkLst>
            <pc:docMk/>
            <pc:sldMk cId="0" sldId="257"/>
            <ac:picMk id="47" creationId="{CC74F322-3DDD-4E83-ACD3-6AE76185F60E}"/>
          </ac:picMkLst>
        </pc:picChg>
        <pc:picChg chg="add mod">
          <ac:chgData name="Schreyer, Vincent" userId="02845792-f48a-4ca6-95b8-e54179469cd6" providerId="ADAL" clId="{0300DDB3-F1E8-4C72-85CD-A803073A2FB3}" dt="2026-06-25T17:54:49.413" v="330" actId="14100"/>
          <ac:picMkLst>
            <pc:docMk/>
            <pc:sldMk cId="0" sldId="257"/>
            <ac:picMk id="59" creationId="{EA7B42AB-279D-4FB7-FD99-424C3F5489BE}"/>
          </ac:picMkLst>
        </pc:picChg>
        <pc:inkChg chg="mod">
          <ac:chgData name="Schreyer, Vincent" userId="02845792-f48a-4ca6-95b8-e54179469cd6" providerId="ADAL" clId="{0300DDB3-F1E8-4C72-85CD-A803073A2FB3}" dt="2026-06-25T17:35:46.416" v="183" actId="164"/>
          <ac:inkMkLst>
            <pc:docMk/>
            <pc:sldMk cId="0" sldId="257"/>
            <ac:inkMk id="12" creationId="{237E7C27-BF2A-1710-B8E0-75E066E1B4D1}"/>
          </ac:inkMkLst>
        </pc:inkChg>
        <pc:inkChg chg="mod">
          <ac:chgData name="Schreyer, Vincent" userId="02845792-f48a-4ca6-95b8-e54179469cd6" providerId="ADAL" clId="{0300DDB3-F1E8-4C72-85CD-A803073A2FB3}" dt="2026-06-25T17:52:04.817" v="291" actId="1076"/>
          <ac:inkMkLst>
            <pc:docMk/>
            <pc:sldMk cId="0" sldId="257"/>
            <ac:inkMk id="16" creationId="{C19197D3-3E7C-4B01-09F4-135A25F832FA}"/>
          </ac:inkMkLst>
        </pc:inkChg>
        <pc:cxnChg chg="mod">
          <ac:chgData name="Schreyer, Vincent" userId="02845792-f48a-4ca6-95b8-e54179469cd6" providerId="ADAL" clId="{0300DDB3-F1E8-4C72-85CD-A803073A2FB3}" dt="2026-06-25T04:17:31.842" v="10"/>
          <ac:cxnSpMkLst>
            <pc:docMk/>
            <pc:sldMk cId="0" sldId="257"/>
            <ac:cxnSpMk id="15" creationId="{0C79C4BC-FA80-D128-8CC0-E55479136603}"/>
          </ac:cxnSpMkLst>
        </pc:cxnChg>
        <pc:cxnChg chg="mod">
          <ac:chgData name="Schreyer, Vincent" userId="02845792-f48a-4ca6-95b8-e54179469cd6" providerId="ADAL" clId="{0300DDB3-F1E8-4C72-85CD-A803073A2FB3}" dt="2026-06-25T04:17:35.775" v="11"/>
          <ac:cxnSpMkLst>
            <pc:docMk/>
            <pc:sldMk cId="0" sldId="257"/>
            <ac:cxnSpMk id="24" creationId="{579119B9-DD6E-B426-676F-965FED73545A}"/>
          </ac:cxnSpMkLst>
        </pc:cxnChg>
        <pc:cxnChg chg="add mod">
          <ac:chgData name="Schreyer, Vincent" userId="02845792-f48a-4ca6-95b8-e54179469cd6" providerId="ADAL" clId="{0300DDB3-F1E8-4C72-85CD-A803073A2FB3}" dt="2026-06-25T17:50:39.924" v="280" actId="1582"/>
          <ac:cxnSpMkLst>
            <pc:docMk/>
            <pc:sldMk cId="0" sldId="257"/>
            <ac:cxnSpMk id="51" creationId="{A1D9B0A4-D39D-36FA-1916-17105AD57CEF}"/>
          </ac:cxnSpMkLst>
        </pc:cxnChg>
        <pc:cxnChg chg="add mod">
          <ac:chgData name="Schreyer, Vincent" userId="02845792-f48a-4ca6-95b8-e54179469cd6" providerId="ADAL" clId="{0300DDB3-F1E8-4C72-85CD-A803073A2FB3}" dt="2026-06-25T17:50:33.088" v="279" actId="1582"/>
          <ac:cxnSpMkLst>
            <pc:docMk/>
            <pc:sldMk cId="0" sldId="257"/>
            <ac:cxnSpMk id="54" creationId="{0EE4EEE4-A5D1-1609-3464-CB1556EA705F}"/>
          </ac:cxnSpMkLst>
        </pc:cxnChg>
        <pc:cxnChg chg="add mod">
          <ac:chgData name="Schreyer, Vincent" userId="02845792-f48a-4ca6-95b8-e54179469cd6" providerId="ADAL" clId="{0300DDB3-F1E8-4C72-85CD-A803073A2FB3}" dt="2026-06-25T17:57:16.664" v="343" actId="1582"/>
          <ac:cxnSpMkLst>
            <pc:docMk/>
            <pc:sldMk cId="0" sldId="257"/>
            <ac:cxnSpMk id="61" creationId="{BE7B63A5-648E-97A1-D3E2-4EABCC21DAEF}"/>
          </ac:cxnSpMkLst>
        </pc:cxnChg>
      </pc:sldChg>
      <pc:sldChg chg="addSp delSp modSp del mod">
        <pc:chgData name="Schreyer, Vincent" userId="02845792-f48a-4ca6-95b8-e54179469cd6" providerId="ADAL" clId="{0300DDB3-F1E8-4C72-85CD-A803073A2FB3}" dt="2026-06-25T18:50:06.603" v="618" actId="2696"/>
        <pc:sldMkLst>
          <pc:docMk/>
          <pc:sldMk cId="0" sldId="258"/>
        </pc:sldMkLst>
        <pc:spChg chg="mod">
          <ac:chgData name="Schreyer, Vincent" userId="02845792-f48a-4ca6-95b8-e54179469cd6" providerId="ADAL" clId="{0300DDB3-F1E8-4C72-85CD-A803073A2FB3}" dt="2026-06-25T17:58:52.005" v="353"/>
          <ac:spMkLst>
            <pc:docMk/>
            <pc:sldMk cId="0" sldId="258"/>
            <ac:spMk id="2" creationId="{00000000-0000-0000-0000-000000000000}"/>
          </ac:spMkLst>
        </pc:spChg>
        <pc:spChg chg="del mod">
          <ac:chgData name="Schreyer, Vincent" userId="02845792-f48a-4ca6-95b8-e54179469cd6" providerId="ADAL" clId="{0300DDB3-F1E8-4C72-85CD-A803073A2FB3}" dt="2026-06-25T17:58:04.634" v="346" actId="478"/>
          <ac:spMkLst>
            <pc:docMk/>
            <pc:sldMk cId="0" sldId="258"/>
            <ac:spMk id="4" creationId="{00000000-0000-0000-0000-000000000000}"/>
          </ac:spMkLst>
        </pc:spChg>
        <pc:spChg chg="del mod">
          <ac:chgData name="Schreyer, Vincent" userId="02845792-f48a-4ca6-95b8-e54179469cd6" providerId="ADAL" clId="{0300DDB3-F1E8-4C72-85CD-A803073A2FB3}" dt="2026-06-25T17:58:04.634" v="346" actId="478"/>
          <ac:spMkLst>
            <pc:docMk/>
            <pc:sldMk cId="0" sldId="258"/>
            <ac:spMk id="5" creationId="{00000000-0000-0000-0000-000000000000}"/>
          </ac:spMkLst>
        </pc:spChg>
        <pc:spChg chg="del mod">
          <ac:chgData name="Schreyer, Vincent" userId="02845792-f48a-4ca6-95b8-e54179469cd6" providerId="ADAL" clId="{0300DDB3-F1E8-4C72-85CD-A803073A2FB3}" dt="2026-06-25T17:58:04.634" v="346" actId="478"/>
          <ac:spMkLst>
            <pc:docMk/>
            <pc:sldMk cId="0" sldId="258"/>
            <ac:spMk id="7" creationId="{00000000-0000-0000-0000-000000000000}"/>
          </ac:spMkLst>
        </pc:spChg>
        <pc:spChg chg="del mod">
          <ac:chgData name="Schreyer, Vincent" userId="02845792-f48a-4ca6-95b8-e54179469cd6" providerId="ADAL" clId="{0300DDB3-F1E8-4C72-85CD-A803073A2FB3}" dt="2026-06-25T17:58:04.634" v="346" actId="478"/>
          <ac:spMkLst>
            <pc:docMk/>
            <pc:sldMk cId="0" sldId="258"/>
            <ac:spMk id="8" creationId="{00000000-0000-0000-0000-000000000000}"/>
          </ac:spMkLst>
        </pc:spChg>
        <pc:spChg chg="del mod">
          <ac:chgData name="Schreyer, Vincent" userId="02845792-f48a-4ca6-95b8-e54179469cd6" providerId="ADAL" clId="{0300DDB3-F1E8-4C72-85CD-A803073A2FB3}" dt="2026-06-25T17:58:04.634" v="346" actId="478"/>
          <ac:spMkLst>
            <pc:docMk/>
            <pc:sldMk cId="0" sldId="258"/>
            <ac:spMk id="10" creationId="{00000000-0000-0000-0000-000000000000}"/>
          </ac:spMkLst>
        </pc:spChg>
        <pc:spChg chg="del mod">
          <ac:chgData name="Schreyer, Vincent" userId="02845792-f48a-4ca6-95b8-e54179469cd6" providerId="ADAL" clId="{0300DDB3-F1E8-4C72-85CD-A803073A2FB3}" dt="2026-06-25T17:58:04.634" v="346" actId="478"/>
          <ac:spMkLst>
            <pc:docMk/>
            <pc:sldMk cId="0" sldId="258"/>
            <ac:spMk id="11" creationId="{00000000-0000-0000-0000-000000000000}"/>
          </ac:spMkLst>
        </pc:spChg>
        <pc:spChg chg="del mod">
          <ac:chgData name="Schreyer, Vincent" userId="02845792-f48a-4ca6-95b8-e54179469cd6" providerId="ADAL" clId="{0300DDB3-F1E8-4C72-85CD-A803073A2FB3}" dt="2026-06-25T17:58:04.634" v="346" actId="478"/>
          <ac:spMkLst>
            <pc:docMk/>
            <pc:sldMk cId="0" sldId="258"/>
            <ac:spMk id="13" creationId="{00000000-0000-0000-0000-000000000000}"/>
          </ac:spMkLst>
        </pc:spChg>
        <pc:spChg chg="del mod">
          <ac:chgData name="Schreyer, Vincent" userId="02845792-f48a-4ca6-95b8-e54179469cd6" providerId="ADAL" clId="{0300DDB3-F1E8-4C72-85CD-A803073A2FB3}" dt="2026-06-25T17:58:04.634" v="346" actId="478"/>
          <ac:spMkLst>
            <pc:docMk/>
            <pc:sldMk cId="0" sldId="258"/>
            <ac:spMk id="14" creationId="{00000000-0000-0000-0000-000000000000}"/>
          </ac:spMkLst>
        </pc:spChg>
        <pc:spChg chg="del mod">
          <ac:chgData name="Schreyer, Vincent" userId="02845792-f48a-4ca6-95b8-e54179469cd6" providerId="ADAL" clId="{0300DDB3-F1E8-4C72-85CD-A803073A2FB3}" dt="2026-06-25T17:58:04.634" v="346" actId="478"/>
          <ac:spMkLst>
            <pc:docMk/>
            <pc:sldMk cId="0" sldId="258"/>
            <ac:spMk id="16" creationId="{00000000-0000-0000-0000-000000000000}"/>
          </ac:spMkLst>
        </pc:spChg>
        <pc:spChg chg="del mod">
          <ac:chgData name="Schreyer, Vincent" userId="02845792-f48a-4ca6-95b8-e54179469cd6" providerId="ADAL" clId="{0300DDB3-F1E8-4C72-85CD-A803073A2FB3}" dt="2026-06-25T17:58:04.634" v="346" actId="478"/>
          <ac:spMkLst>
            <pc:docMk/>
            <pc:sldMk cId="0" sldId="258"/>
            <ac:spMk id="17" creationId="{00000000-0000-0000-0000-000000000000}"/>
          </ac:spMkLst>
        </pc:spChg>
        <pc:spChg chg="add mod">
          <ac:chgData name="Schreyer, Vincent" userId="02845792-f48a-4ca6-95b8-e54179469cd6" providerId="ADAL" clId="{0300DDB3-F1E8-4C72-85CD-A803073A2FB3}" dt="2026-06-25T04:29:48.518" v="88" actId="2711"/>
          <ac:spMkLst>
            <pc:docMk/>
            <pc:sldMk cId="0" sldId="258"/>
            <ac:spMk id="18" creationId="{30641DDF-FA2F-9DD3-856D-160407C2BD66}"/>
          </ac:spMkLst>
        </pc:spChg>
        <pc:spChg chg="add mod">
          <ac:chgData name="Schreyer, Vincent" userId="02845792-f48a-4ca6-95b8-e54179469cd6" providerId="ADAL" clId="{0300DDB3-F1E8-4C72-85CD-A803073A2FB3}" dt="2026-06-25T04:29:48.518" v="88" actId="2711"/>
          <ac:spMkLst>
            <pc:docMk/>
            <pc:sldMk cId="0" sldId="258"/>
            <ac:spMk id="19" creationId="{E770F4EF-ACD2-5139-05CE-8755824B557E}"/>
          </ac:spMkLst>
        </pc:spChg>
        <pc:spChg chg="add mod">
          <ac:chgData name="Schreyer, Vincent" userId="02845792-f48a-4ca6-95b8-e54179469cd6" providerId="ADAL" clId="{0300DDB3-F1E8-4C72-85CD-A803073A2FB3}" dt="2026-06-25T04:29:48.518" v="88" actId="2711"/>
          <ac:spMkLst>
            <pc:docMk/>
            <pc:sldMk cId="0" sldId="258"/>
            <ac:spMk id="20" creationId="{E3451BF4-A4B1-A779-3571-324467108D5C}"/>
          </ac:spMkLst>
        </pc:spChg>
        <pc:spChg chg="mod topLvl">
          <ac:chgData name="Schreyer, Vincent" userId="02845792-f48a-4ca6-95b8-e54179469cd6" providerId="ADAL" clId="{0300DDB3-F1E8-4C72-85CD-A803073A2FB3}" dt="2026-06-25T18:07:23.135" v="397" actId="14100"/>
          <ac:spMkLst>
            <pc:docMk/>
            <pc:sldMk cId="0" sldId="258"/>
            <ac:spMk id="22" creationId="{B47CBAAB-114D-1501-4AD6-F3B46138FFD9}"/>
          </ac:spMkLst>
        </pc:spChg>
        <pc:spChg chg="mod topLvl">
          <ac:chgData name="Schreyer, Vincent" userId="02845792-f48a-4ca6-95b8-e54179469cd6" providerId="ADAL" clId="{0300DDB3-F1E8-4C72-85CD-A803073A2FB3}" dt="2026-06-25T18:07:43.084" v="398" actId="14100"/>
          <ac:spMkLst>
            <pc:docMk/>
            <pc:sldMk cId="0" sldId="258"/>
            <ac:spMk id="23" creationId="{E99754EA-66F6-2D24-EE18-F5A8EF654950}"/>
          </ac:spMkLst>
        </pc:spChg>
        <pc:spChg chg="mod topLvl">
          <ac:chgData name="Schreyer, Vincent" userId="02845792-f48a-4ca6-95b8-e54179469cd6" providerId="ADAL" clId="{0300DDB3-F1E8-4C72-85CD-A803073A2FB3}" dt="2026-06-25T18:06:33.986" v="385" actId="165"/>
          <ac:spMkLst>
            <pc:docMk/>
            <pc:sldMk cId="0" sldId="258"/>
            <ac:spMk id="25" creationId="{AC41B3CF-63CE-7CE0-B45D-720E2E8A4764}"/>
          </ac:spMkLst>
        </pc:spChg>
        <pc:spChg chg="mod topLvl">
          <ac:chgData name="Schreyer, Vincent" userId="02845792-f48a-4ca6-95b8-e54179469cd6" providerId="ADAL" clId="{0300DDB3-F1E8-4C72-85CD-A803073A2FB3}" dt="2026-06-25T18:07:17.421" v="396" actId="14100"/>
          <ac:spMkLst>
            <pc:docMk/>
            <pc:sldMk cId="0" sldId="258"/>
            <ac:spMk id="26" creationId="{C9FE3A61-53A4-4AC9-486C-2BB815C6C646}"/>
          </ac:spMkLst>
        </pc:spChg>
        <pc:spChg chg="mod">
          <ac:chgData name="Schreyer, Vincent" userId="02845792-f48a-4ca6-95b8-e54179469cd6" providerId="ADAL" clId="{0300DDB3-F1E8-4C72-85CD-A803073A2FB3}" dt="2026-06-25T18:31:06.978" v="501" actId="14100"/>
          <ac:spMkLst>
            <pc:docMk/>
            <pc:sldMk cId="0" sldId="258"/>
            <ac:spMk id="28" creationId="{C95C0E4E-50E3-64C5-2ACB-EDA800C48D60}"/>
          </ac:spMkLst>
        </pc:spChg>
        <pc:spChg chg="mod">
          <ac:chgData name="Schreyer, Vincent" userId="02845792-f48a-4ca6-95b8-e54179469cd6" providerId="ADAL" clId="{0300DDB3-F1E8-4C72-85CD-A803073A2FB3}" dt="2026-06-25T18:31:42.376" v="502" actId="14100"/>
          <ac:spMkLst>
            <pc:docMk/>
            <pc:sldMk cId="0" sldId="258"/>
            <ac:spMk id="29" creationId="{1EB9E8DE-1183-A919-DA3C-95C3E5D21938}"/>
          </ac:spMkLst>
        </pc:spChg>
        <pc:spChg chg="mod">
          <ac:chgData name="Schreyer, Vincent" userId="02845792-f48a-4ca6-95b8-e54179469cd6" providerId="ADAL" clId="{0300DDB3-F1E8-4C72-85CD-A803073A2FB3}" dt="2026-06-25T18:22:00.897" v="500" actId="14826"/>
          <ac:spMkLst>
            <pc:docMk/>
            <pc:sldMk cId="0" sldId="258"/>
            <ac:spMk id="31" creationId="{362B2284-56A1-6D54-74CC-506CD149CC80}"/>
          </ac:spMkLst>
        </pc:spChg>
        <pc:spChg chg="mod">
          <ac:chgData name="Schreyer, Vincent" userId="02845792-f48a-4ca6-95b8-e54179469cd6" providerId="ADAL" clId="{0300DDB3-F1E8-4C72-85CD-A803073A2FB3}" dt="2026-06-25T18:22:00.897" v="500" actId="14826"/>
          <ac:spMkLst>
            <pc:docMk/>
            <pc:sldMk cId="0" sldId="258"/>
            <ac:spMk id="32" creationId="{4385CD4E-1B0B-073F-B49B-B73B5BAF55F5}"/>
          </ac:spMkLst>
        </pc:spChg>
        <pc:spChg chg="add del mod">
          <ac:chgData name="Schreyer, Vincent" userId="02845792-f48a-4ca6-95b8-e54179469cd6" providerId="ADAL" clId="{0300DDB3-F1E8-4C72-85CD-A803073A2FB3}" dt="2026-06-25T18:09:49.756" v="404" actId="478"/>
          <ac:spMkLst>
            <pc:docMk/>
            <pc:sldMk cId="0" sldId="258"/>
            <ac:spMk id="34" creationId="{24D032A0-C154-5BF1-2576-26764AA88F08}"/>
          </ac:spMkLst>
        </pc:spChg>
        <pc:spChg chg="add del mod">
          <ac:chgData name="Schreyer, Vincent" userId="02845792-f48a-4ca6-95b8-e54179469cd6" providerId="ADAL" clId="{0300DDB3-F1E8-4C72-85CD-A803073A2FB3}" dt="2026-06-25T18:09:49.756" v="404" actId="478"/>
          <ac:spMkLst>
            <pc:docMk/>
            <pc:sldMk cId="0" sldId="258"/>
            <ac:spMk id="36" creationId="{C76B317A-3EEF-C72C-DC12-4407B2E23B3E}"/>
          </ac:spMkLst>
        </pc:spChg>
        <pc:spChg chg="add del mod">
          <ac:chgData name="Schreyer, Vincent" userId="02845792-f48a-4ca6-95b8-e54179469cd6" providerId="ADAL" clId="{0300DDB3-F1E8-4C72-85CD-A803073A2FB3}" dt="2026-06-25T18:09:49.756" v="404" actId="478"/>
          <ac:spMkLst>
            <pc:docMk/>
            <pc:sldMk cId="0" sldId="258"/>
            <ac:spMk id="37" creationId="{6F26C776-D178-32AF-EA11-3FFE5B205964}"/>
          </ac:spMkLst>
        </pc:spChg>
        <pc:spChg chg="add del mod">
          <ac:chgData name="Schreyer, Vincent" userId="02845792-f48a-4ca6-95b8-e54179469cd6" providerId="ADAL" clId="{0300DDB3-F1E8-4C72-85CD-A803073A2FB3}" dt="2026-06-25T18:09:49.756" v="404" actId="478"/>
          <ac:spMkLst>
            <pc:docMk/>
            <pc:sldMk cId="0" sldId="258"/>
            <ac:spMk id="39" creationId="{8E72EF34-1A31-6F99-EA61-3D96D2018079}"/>
          </ac:spMkLst>
        </pc:spChg>
        <pc:spChg chg="add del mod">
          <ac:chgData name="Schreyer, Vincent" userId="02845792-f48a-4ca6-95b8-e54179469cd6" providerId="ADAL" clId="{0300DDB3-F1E8-4C72-85CD-A803073A2FB3}" dt="2026-06-25T18:09:49.756" v="404" actId="478"/>
          <ac:spMkLst>
            <pc:docMk/>
            <pc:sldMk cId="0" sldId="258"/>
            <ac:spMk id="40" creationId="{206F417F-ACB7-727F-EBB4-C4A2C9E7AD05}"/>
          </ac:spMkLst>
        </pc:spChg>
        <pc:spChg chg="add del mod">
          <ac:chgData name="Schreyer, Vincent" userId="02845792-f48a-4ca6-95b8-e54179469cd6" providerId="ADAL" clId="{0300DDB3-F1E8-4C72-85CD-A803073A2FB3}" dt="2026-06-25T18:09:49.756" v="404" actId="478"/>
          <ac:spMkLst>
            <pc:docMk/>
            <pc:sldMk cId="0" sldId="258"/>
            <ac:spMk id="42" creationId="{FF5E9DB3-3F1E-B7BF-170F-3FF4EECEB89D}"/>
          </ac:spMkLst>
        </pc:spChg>
        <pc:spChg chg="add del mod">
          <ac:chgData name="Schreyer, Vincent" userId="02845792-f48a-4ca6-95b8-e54179469cd6" providerId="ADAL" clId="{0300DDB3-F1E8-4C72-85CD-A803073A2FB3}" dt="2026-06-25T18:09:49.756" v="404" actId="478"/>
          <ac:spMkLst>
            <pc:docMk/>
            <pc:sldMk cId="0" sldId="258"/>
            <ac:spMk id="43" creationId="{57F7903C-6E08-F5DE-50F2-94CBE4EBC259}"/>
          </ac:spMkLst>
        </pc:spChg>
        <pc:spChg chg="add del mod">
          <ac:chgData name="Schreyer, Vincent" userId="02845792-f48a-4ca6-95b8-e54179469cd6" providerId="ADAL" clId="{0300DDB3-F1E8-4C72-85CD-A803073A2FB3}" dt="2026-06-25T18:09:49.756" v="404" actId="478"/>
          <ac:spMkLst>
            <pc:docMk/>
            <pc:sldMk cId="0" sldId="258"/>
            <ac:spMk id="45" creationId="{B1600CBD-BDEE-FEC2-D319-3188B00FFE7F}"/>
          </ac:spMkLst>
        </pc:spChg>
        <pc:spChg chg="add mod">
          <ac:chgData name="Schreyer, Vincent" userId="02845792-f48a-4ca6-95b8-e54179469cd6" providerId="ADAL" clId="{0300DDB3-F1E8-4C72-85CD-A803073A2FB3}" dt="2026-06-25T18:14:09.282" v="432" actId="14100"/>
          <ac:spMkLst>
            <pc:docMk/>
            <pc:sldMk cId="0" sldId="258"/>
            <ac:spMk id="50" creationId="{CF18F6FB-37E1-6784-F159-0EBF0CEAC5AC}"/>
          </ac:spMkLst>
        </pc:spChg>
        <pc:spChg chg="add mod">
          <ac:chgData name="Schreyer, Vincent" userId="02845792-f48a-4ca6-95b8-e54179469cd6" providerId="ADAL" clId="{0300DDB3-F1E8-4C72-85CD-A803073A2FB3}" dt="2026-06-25T18:10:19.165" v="408" actId="14100"/>
          <ac:spMkLst>
            <pc:docMk/>
            <pc:sldMk cId="0" sldId="258"/>
            <ac:spMk id="52" creationId="{13004E34-B75A-23A0-0F54-504F1864D082}"/>
          </ac:spMkLst>
        </pc:spChg>
        <pc:spChg chg="add mod">
          <ac:chgData name="Schreyer, Vincent" userId="02845792-f48a-4ca6-95b8-e54179469cd6" providerId="ADAL" clId="{0300DDB3-F1E8-4C72-85CD-A803073A2FB3}" dt="2026-06-25T18:18:52.144" v="479" actId="1076"/>
          <ac:spMkLst>
            <pc:docMk/>
            <pc:sldMk cId="0" sldId="258"/>
            <ac:spMk id="53" creationId="{8CF7954C-2E7E-DE0E-3378-5D8C1F61BEA7}"/>
          </ac:spMkLst>
        </pc:spChg>
        <pc:spChg chg="add mod">
          <ac:chgData name="Schreyer, Vincent" userId="02845792-f48a-4ca6-95b8-e54179469cd6" providerId="ADAL" clId="{0300DDB3-F1E8-4C72-85CD-A803073A2FB3}" dt="2026-06-25T18:18:52.144" v="479" actId="1076"/>
          <ac:spMkLst>
            <pc:docMk/>
            <pc:sldMk cId="0" sldId="258"/>
            <ac:spMk id="55" creationId="{E4B71F80-F77B-0751-0E36-1EC3185C1075}"/>
          </ac:spMkLst>
        </pc:spChg>
        <pc:spChg chg="add mod">
          <ac:chgData name="Schreyer, Vincent" userId="02845792-f48a-4ca6-95b8-e54179469cd6" providerId="ADAL" clId="{0300DDB3-F1E8-4C72-85CD-A803073A2FB3}" dt="2026-06-25T18:12:44.183" v="421"/>
          <ac:spMkLst>
            <pc:docMk/>
            <pc:sldMk cId="0" sldId="258"/>
            <ac:spMk id="56" creationId="{91789B94-4EFA-13ED-FC34-DA2F800C9DCC}"/>
          </ac:spMkLst>
        </pc:spChg>
        <pc:spChg chg="add mod">
          <ac:chgData name="Schreyer, Vincent" userId="02845792-f48a-4ca6-95b8-e54179469cd6" providerId="ADAL" clId="{0300DDB3-F1E8-4C72-85CD-A803073A2FB3}" dt="2026-06-25T18:18:52.144" v="479" actId="1076"/>
          <ac:spMkLst>
            <pc:docMk/>
            <pc:sldMk cId="0" sldId="258"/>
            <ac:spMk id="57" creationId="{E83BC7F4-5D17-EABC-D43A-10543BC64C4C}"/>
          </ac:spMkLst>
        </pc:spChg>
        <pc:spChg chg="add mod">
          <ac:chgData name="Schreyer, Vincent" userId="02845792-f48a-4ca6-95b8-e54179469cd6" providerId="ADAL" clId="{0300DDB3-F1E8-4C72-85CD-A803073A2FB3}" dt="2026-06-25T18:18:52.144" v="479" actId="1076"/>
          <ac:spMkLst>
            <pc:docMk/>
            <pc:sldMk cId="0" sldId="258"/>
            <ac:spMk id="59" creationId="{1E0E793A-1645-D86F-B797-21B1BA89AD65}"/>
          </ac:spMkLst>
        </pc:spChg>
        <pc:spChg chg="add mod">
          <ac:chgData name="Schreyer, Vincent" userId="02845792-f48a-4ca6-95b8-e54179469cd6" providerId="ADAL" clId="{0300DDB3-F1E8-4C72-85CD-A803073A2FB3}" dt="2026-06-25T18:13:34.220" v="427" actId="1076"/>
          <ac:spMkLst>
            <pc:docMk/>
            <pc:sldMk cId="0" sldId="258"/>
            <ac:spMk id="60" creationId="{63A1AD35-68FB-5632-30C0-DB92A5D31910}"/>
          </ac:spMkLst>
        </pc:spChg>
        <pc:spChg chg="add mod">
          <ac:chgData name="Schreyer, Vincent" userId="02845792-f48a-4ca6-95b8-e54179469cd6" providerId="ADAL" clId="{0300DDB3-F1E8-4C72-85CD-A803073A2FB3}" dt="2026-06-25T18:13:34.220" v="427" actId="1076"/>
          <ac:spMkLst>
            <pc:docMk/>
            <pc:sldMk cId="0" sldId="258"/>
            <ac:spMk id="62" creationId="{4AF0D15D-613B-A1D6-FF79-9AAF36D32065}"/>
          </ac:spMkLst>
        </pc:spChg>
        <pc:spChg chg="add mod">
          <ac:chgData name="Schreyer, Vincent" userId="02845792-f48a-4ca6-95b8-e54179469cd6" providerId="ADAL" clId="{0300DDB3-F1E8-4C72-85CD-A803073A2FB3}" dt="2026-06-25T18:18:52.144" v="479" actId="1076"/>
          <ac:spMkLst>
            <pc:docMk/>
            <pc:sldMk cId="0" sldId="258"/>
            <ac:spMk id="63" creationId="{20BF997A-FC35-DF72-E3E9-58EB18456A14}"/>
          </ac:spMkLst>
        </pc:spChg>
        <pc:spChg chg="add mod">
          <ac:chgData name="Schreyer, Vincent" userId="02845792-f48a-4ca6-95b8-e54179469cd6" providerId="ADAL" clId="{0300DDB3-F1E8-4C72-85CD-A803073A2FB3}" dt="2026-06-25T18:18:52.144" v="479" actId="1076"/>
          <ac:spMkLst>
            <pc:docMk/>
            <pc:sldMk cId="0" sldId="258"/>
            <ac:spMk id="65" creationId="{696BE05A-C2D7-E144-94F0-BA5CB5032EDB}"/>
          </ac:spMkLst>
        </pc:spChg>
        <pc:spChg chg="add mod">
          <ac:chgData name="Schreyer, Vincent" userId="02845792-f48a-4ca6-95b8-e54179469cd6" providerId="ADAL" clId="{0300DDB3-F1E8-4C72-85CD-A803073A2FB3}" dt="2026-06-25T18:20:13.726" v="496" actId="1076"/>
          <ac:spMkLst>
            <pc:docMk/>
            <pc:sldMk cId="0" sldId="258"/>
            <ac:spMk id="72" creationId="{54D67C75-41E0-9790-DFC6-71FD85DF20BF}"/>
          </ac:spMkLst>
        </pc:spChg>
        <pc:spChg chg="add del mod">
          <ac:chgData name="Schreyer, Vincent" userId="02845792-f48a-4ca6-95b8-e54179469cd6" providerId="ADAL" clId="{0300DDB3-F1E8-4C72-85CD-A803073A2FB3}" dt="2026-06-25T18:19:40.844" v="493" actId="21"/>
          <ac:spMkLst>
            <pc:docMk/>
            <pc:sldMk cId="0" sldId="258"/>
            <ac:spMk id="73" creationId="{BF140A58-1237-5FE9-EC0A-64CC05BAB506}"/>
          </ac:spMkLst>
        </pc:spChg>
        <pc:spChg chg="add mod">
          <ac:chgData name="Schreyer, Vincent" userId="02845792-f48a-4ca6-95b8-e54179469cd6" providerId="ADAL" clId="{0300DDB3-F1E8-4C72-85CD-A803073A2FB3}" dt="2026-06-25T18:20:22.214" v="498" actId="1076"/>
          <ac:spMkLst>
            <pc:docMk/>
            <pc:sldMk cId="0" sldId="258"/>
            <ac:spMk id="75" creationId="{414A34B2-DC25-03F7-2A3B-67C7057283ED}"/>
          </ac:spMkLst>
        </pc:spChg>
        <pc:grpChg chg="add del mod">
          <ac:chgData name="Schreyer, Vincent" userId="02845792-f48a-4ca6-95b8-e54179469cd6" providerId="ADAL" clId="{0300DDB3-F1E8-4C72-85CD-A803073A2FB3}" dt="2026-06-25T18:06:33.986" v="385" actId="165"/>
          <ac:grpSpMkLst>
            <pc:docMk/>
            <pc:sldMk cId="0" sldId="258"/>
            <ac:grpSpMk id="21" creationId="{8B8C0E39-2E40-0C4B-DD0F-1D2270A04711}"/>
          </ac:grpSpMkLst>
        </pc:grpChg>
        <pc:grpChg chg="add mod">
          <ac:chgData name="Schreyer, Vincent" userId="02845792-f48a-4ca6-95b8-e54179469cd6" providerId="ADAL" clId="{0300DDB3-F1E8-4C72-85CD-A803073A2FB3}" dt="2026-06-25T18:22:00.897" v="500" actId="14826"/>
          <ac:grpSpMkLst>
            <pc:docMk/>
            <pc:sldMk cId="0" sldId="258"/>
            <ac:grpSpMk id="27" creationId="{2737AFD9-9D12-102F-1154-9D5D9568BA79}"/>
          </ac:grpSpMkLst>
        </pc:grpChg>
        <pc:grpChg chg="add mod">
          <ac:chgData name="Schreyer, Vincent" userId="02845792-f48a-4ca6-95b8-e54179469cd6" providerId="ADAL" clId="{0300DDB3-F1E8-4C72-85CD-A803073A2FB3}" dt="2026-06-25T18:02:28.730" v="360" actId="1076"/>
          <ac:grpSpMkLst>
            <pc:docMk/>
            <pc:sldMk cId="0" sldId="258"/>
            <ac:grpSpMk id="33" creationId="{DD412C29-246B-4910-1BA1-27635A1BE172}"/>
          </ac:grpSpMkLst>
        </pc:grpChg>
        <pc:picChg chg="mod topLvl">
          <ac:chgData name="Schreyer, Vincent" userId="02845792-f48a-4ca6-95b8-e54179469cd6" providerId="ADAL" clId="{0300DDB3-F1E8-4C72-85CD-A803073A2FB3}" dt="2026-06-25T18:08:17.479" v="399" actId="14826"/>
          <ac:picMkLst>
            <pc:docMk/>
            <pc:sldMk cId="0" sldId="258"/>
            <ac:picMk id="24" creationId="{9CDE11B3-FD74-EDFA-B178-4488271CBA43}"/>
          </ac:picMkLst>
        </pc:picChg>
        <pc:picChg chg="mod">
          <ac:chgData name="Schreyer, Vincent" userId="02845792-f48a-4ca6-95b8-e54179469cd6" providerId="ADAL" clId="{0300DDB3-F1E8-4C72-85CD-A803073A2FB3}" dt="2026-06-25T18:22:00.897" v="500" actId="14826"/>
          <ac:picMkLst>
            <pc:docMk/>
            <pc:sldMk cId="0" sldId="258"/>
            <ac:picMk id="30" creationId="{9522C099-82F9-A409-901F-18E50686B0A4}"/>
          </ac:picMkLst>
        </pc:picChg>
        <pc:picChg chg="add del mod">
          <ac:chgData name="Schreyer, Vincent" userId="02845792-f48a-4ca6-95b8-e54179469cd6" providerId="ADAL" clId="{0300DDB3-F1E8-4C72-85CD-A803073A2FB3}" dt="2026-06-25T18:09:49.756" v="404" actId="478"/>
          <ac:picMkLst>
            <pc:docMk/>
            <pc:sldMk cId="0" sldId="258"/>
            <ac:picMk id="38" creationId="{88BBFB8D-5F31-21DD-81B9-6865EE4A6FBB}"/>
          </ac:picMkLst>
        </pc:picChg>
        <pc:picChg chg="add del mod">
          <ac:chgData name="Schreyer, Vincent" userId="02845792-f48a-4ca6-95b8-e54179469cd6" providerId="ADAL" clId="{0300DDB3-F1E8-4C72-85CD-A803073A2FB3}" dt="2026-06-25T18:09:49.756" v="404" actId="478"/>
          <ac:picMkLst>
            <pc:docMk/>
            <pc:sldMk cId="0" sldId="258"/>
            <ac:picMk id="44" creationId="{97F5F5A4-09F0-86CF-029A-D61C432BB052}"/>
          </ac:picMkLst>
        </pc:picChg>
        <pc:picChg chg="add mod">
          <ac:chgData name="Schreyer, Vincent" userId="02845792-f48a-4ca6-95b8-e54179469cd6" providerId="ADAL" clId="{0300DDB3-F1E8-4C72-85CD-A803073A2FB3}" dt="2026-06-25T18:10:44.717" v="410" actId="14826"/>
          <ac:picMkLst>
            <pc:docMk/>
            <pc:sldMk cId="0" sldId="258"/>
            <ac:picMk id="51" creationId="{378AEA61-6576-51A9-C885-B0C6CE6C516B}"/>
          </ac:picMkLst>
        </pc:picChg>
        <pc:picChg chg="add mod">
          <ac:chgData name="Schreyer, Vincent" userId="02845792-f48a-4ca6-95b8-e54179469cd6" providerId="ADAL" clId="{0300DDB3-F1E8-4C72-85CD-A803073A2FB3}" dt="2026-06-25T18:18:52.144" v="479" actId="1076"/>
          <ac:picMkLst>
            <pc:docMk/>
            <pc:sldMk cId="0" sldId="258"/>
            <ac:picMk id="54" creationId="{2206F30E-469A-9A7D-F7B5-E6E4FD4068F6}"/>
          </ac:picMkLst>
        </pc:picChg>
        <pc:picChg chg="add mod">
          <ac:chgData name="Schreyer, Vincent" userId="02845792-f48a-4ca6-95b8-e54179469cd6" providerId="ADAL" clId="{0300DDB3-F1E8-4C72-85CD-A803073A2FB3}" dt="2026-06-25T18:18:52.144" v="479" actId="1076"/>
          <ac:picMkLst>
            <pc:docMk/>
            <pc:sldMk cId="0" sldId="258"/>
            <ac:picMk id="58" creationId="{203EA2A1-B2C9-ABB1-0794-521C3DFF517B}"/>
          </ac:picMkLst>
        </pc:picChg>
        <pc:picChg chg="add mod">
          <ac:chgData name="Schreyer, Vincent" userId="02845792-f48a-4ca6-95b8-e54179469cd6" providerId="ADAL" clId="{0300DDB3-F1E8-4C72-85CD-A803073A2FB3}" dt="2026-06-25T18:13:34.220" v="427" actId="1076"/>
          <ac:picMkLst>
            <pc:docMk/>
            <pc:sldMk cId="0" sldId="258"/>
            <ac:picMk id="61" creationId="{B53E08E1-2455-C470-9652-698075CAF1C5}"/>
          </ac:picMkLst>
        </pc:picChg>
        <pc:picChg chg="add mod">
          <ac:chgData name="Schreyer, Vincent" userId="02845792-f48a-4ca6-95b8-e54179469cd6" providerId="ADAL" clId="{0300DDB3-F1E8-4C72-85CD-A803073A2FB3}" dt="2026-06-25T18:18:19.485" v="478" actId="14826"/>
          <ac:picMkLst>
            <pc:docMk/>
            <pc:sldMk cId="0" sldId="258"/>
            <ac:picMk id="64" creationId="{695FFC29-5F13-19A9-E1BF-721E9D34BE78}"/>
          </ac:picMkLst>
        </pc:picChg>
        <pc:picChg chg="add mod">
          <ac:chgData name="Schreyer, Vincent" userId="02845792-f48a-4ca6-95b8-e54179469cd6" providerId="ADAL" clId="{0300DDB3-F1E8-4C72-85CD-A803073A2FB3}" dt="2026-06-25T18:16:31.750" v="474" actId="1076"/>
          <ac:picMkLst>
            <pc:docMk/>
            <pc:sldMk cId="0" sldId="258"/>
            <ac:picMk id="67" creationId="{270B37D0-CB63-7EBA-A71A-2AFA7EBD915E}"/>
          </ac:picMkLst>
        </pc:picChg>
        <pc:picChg chg="add mod">
          <ac:chgData name="Schreyer, Vincent" userId="02845792-f48a-4ca6-95b8-e54179469cd6" providerId="ADAL" clId="{0300DDB3-F1E8-4C72-85CD-A803073A2FB3}" dt="2026-06-25T18:18:52.144" v="479" actId="1076"/>
          <ac:picMkLst>
            <pc:docMk/>
            <pc:sldMk cId="0" sldId="258"/>
            <ac:picMk id="68" creationId="{CFFFDCD8-5B21-7601-64F8-10BF97C917B5}"/>
          </ac:picMkLst>
        </pc:picChg>
        <pc:picChg chg="add mod">
          <ac:chgData name="Schreyer, Vincent" userId="02845792-f48a-4ca6-95b8-e54179469cd6" providerId="ADAL" clId="{0300DDB3-F1E8-4C72-85CD-A803073A2FB3}" dt="2026-06-25T18:18:52.144" v="479" actId="1076"/>
          <ac:picMkLst>
            <pc:docMk/>
            <pc:sldMk cId="0" sldId="258"/>
            <ac:picMk id="69" creationId="{40D53DC7-7474-FB17-1858-80BC2830448A}"/>
          </ac:picMkLst>
        </pc:picChg>
        <pc:picChg chg="add mod">
          <ac:chgData name="Schreyer, Vincent" userId="02845792-f48a-4ca6-95b8-e54179469cd6" providerId="ADAL" clId="{0300DDB3-F1E8-4C72-85CD-A803073A2FB3}" dt="2026-06-25T18:20:13.726" v="496" actId="1076"/>
          <ac:picMkLst>
            <pc:docMk/>
            <pc:sldMk cId="0" sldId="258"/>
            <ac:picMk id="74" creationId="{FC91DC63-728D-DFD0-7501-539AA7B3A98F}"/>
          </ac:picMkLst>
        </pc:picChg>
        <pc:picChg chg="add mod">
          <ac:chgData name="Schreyer, Vincent" userId="02845792-f48a-4ca6-95b8-e54179469cd6" providerId="ADAL" clId="{0300DDB3-F1E8-4C72-85CD-A803073A2FB3}" dt="2026-06-25T18:20:40.656" v="499" actId="14826"/>
          <ac:picMkLst>
            <pc:docMk/>
            <pc:sldMk cId="0" sldId="258"/>
            <ac:picMk id="76" creationId="{CF8BA4C4-EA31-C126-C2AF-F031BC1003CC}"/>
          </ac:picMkLst>
        </pc:picChg>
        <pc:cxnChg chg="mod">
          <ac:chgData name="Schreyer, Vincent" userId="02845792-f48a-4ca6-95b8-e54179469cd6" providerId="ADAL" clId="{0300DDB3-F1E8-4C72-85CD-A803073A2FB3}" dt="2026-06-25T18:09:20.720" v="403" actId="1076"/>
          <ac:cxnSpMkLst>
            <pc:docMk/>
            <pc:sldMk cId="0" sldId="258"/>
            <ac:cxnSpMk id="48" creationId="{CEDB5E20-EC21-6022-AE50-BF10B2D02D32}"/>
          </ac:cxnSpMkLst>
        </pc:cxnChg>
        <pc:cxnChg chg="add mod">
          <ac:chgData name="Schreyer, Vincent" userId="02845792-f48a-4ca6-95b8-e54179469cd6" providerId="ADAL" clId="{0300DDB3-F1E8-4C72-85CD-A803073A2FB3}" dt="2026-06-25T18:19:07.441" v="481" actId="208"/>
          <ac:cxnSpMkLst>
            <pc:docMk/>
            <pc:sldMk cId="0" sldId="258"/>
            <ac:cxnSpMk id="71" creationId="{E442D2D3-D745-7420-2BFA-957AE6CB1DAB}"/>
          </ac:cxnSpMkLst>
        </pc:cxnChg>
      </pc:sldChg>
      <pc:sldChg chg="addSp modSp del mod">
        <pc:chgData name="Schreyer, Vincent" userId="02845792-f48a-4ca6-95b8-e54179469cd6" providerId="ADAL" clId="{0300DDB3-F1E8-4C72-85CD-A803073A2FB3}" dt="2026-06-25T19:17:28.282" v="724" actId="2696"/>
        <pc:sldMkLst>
          <pc:docMk/>
          <pc:sldMk cId="0" sldId="259"/>
        </pc:sldMkLst>
        <pc:spChg chg="mod">
          <ac:chgData name="Schreyer, Vincent" userId="02845792-f48a-4ca6-95b8-e54179469cd6" providerId="ADAL" clId="{0300DDB3-F1E8-4C72-85CD-A803073A2FB3}" dt="2026-06-25T04:26:09.683" v="52" actId="2711"/>
          <ac:spMkLst>
            <pc:docMk/>
            <pc:sldMk cId="0" sldId="259"/>
            <ac:spMk id="2" creationId="{00000000-0000-0000-0000-000000000000}"/>
          </ac:spMkLst>
        </pc:spChg>
        <pc:spChg chg="add mod">
          <ac:chgData name="Schreyer, Vincent" userId="02845792-f48a-4ca6-95b8-e54179469cd6" providerId="ADAL" clId="{0300DDB3-F1E8-4C72-85CD-A803073A2FB3}" dt="2026-06-25T04:29:41.610" v="87" actId="2711"/>
          <ac:spMkLst>
            <pc:docMk/>
            <pc:sldMk cId="0" sldId="259"/>
            <ac:spMk id="3" creationId="{FE2FB7AC-F95E-F210-5BE9-3B9C4929B04E}"/>
          </ac:spMkLst>
        </pc:spChg>
        <pc:spChg chg="mod">
          <ac:chgData name="Schreyer, Vincent" userId="02845792-f48a-4ca6-95b8-e54179469cd6" providerId="ADAL" clId="{0300DDB3-F1E8-4C72-85CD-A803073A2FB3}" dt="2026-06-25T04:26:25.495" v="54" actId="2711"/>
          <ac:spMkLst>
            <pc:docMk/>
            <pc:sldMk cId="0" sldId="259"/>
            <ac:spMk id="4" creationId="{00000000-0000-0000-0000-000000000000}"/>
          </ac:spMkLst>
        </pc:spChg>
        <pc:spChg chg="add mod">
          <ac:chgData name="Schreyer, Vincent" userId="02845792-f48a-4ca6-95b8-e54179469cd6" providerId="ADAL" clId="{0300DDB3-F1E8-4C72-85CD-A803073A2FB3}" dt="2026-06-25T04:29:41.610" v="87" actId="2711"/>
          <ac:spMkLst>
            <pc:docMk/>
            <pc:sldMk cId="0" sldId="259"/>
            <ac:spMk id="5" creationId="{A86FE90D-3EC2-6C55-3389-003322F47630}"/>
          </ac:spMkLst>
        </pc:spChg>
        <pc:spChg chg="mod">
          <ac:chgData name="Schreyer, Vincent" userId="02845792-f48a-4ca6-95b8-e54179469cd6" providerId="ADAL" clId="{0300DDB3-F1E8-4C72-85CD-A803073A2FB3}" dt="2026-06-25T04:26:38.315" v="56" actId="2711"/>
          <ac:spMkLst>
            <pc:docMk/>
            <pc:sldMk cId="0" sldId="259"/>
            <ac:spMk id="6" creationId="{00000000-0000-0000-0000-000000000000}"/>
          </ac:spMkLst>
        </pc:spChg>
        <pc:spChg chg="mod">
          <ac:chgData name="Schreyer, Vincent" userId="02845792-f48a-4ca6-95b8-e54179469cd6" providerId="ADAL" clId="{0300DDB3-F1E8-4C72-85CD-A803073A2FB3}" dt="2026-06-25T04:27:11.628" v="75" actId="20577"/>
          <ac:spMkLst>
            <pc:docMk/>
            <pc:sldMk cId="0" sldId="259"/>
            <ac:spMk id="8" creationId="{00000000-0000-0000-0000-000000000000}"/>
          </ac:spMkLst>
        </pc:spChg>
        <pc:spChg chg="add mod">
          <ac:chgData name="Schreyer, Vincent" userId="02845792-f48a-4ca6-95b8-e54179469cd6" providerId="ADAL" clId="{0300DDB3-F1E8-4C72-85CD-A803073A2FB3}" dt="2026-06-25T04:29:41.610" v="87" actId="2711"/>
          <ac:spMkLst>
            <pc:docMk/>
            <pc:sldMk cId="0" sldId="259"/>
            <ac:spMk id="9" creationId="{7D3A6D08-0AAB-7EC9-56D0-6700A5410D34}"/>
          </ac:spMkLst>
        </pc:spChg>
      </pc:sldChg>
      <pc:sldChg chg="addSp modSp del mod">
        <pc:chgData name="Schreyer, Vincent" userId="02845792-f48a-4ca6-95b8-e54179469cd6" providerId="ADAL" clId="{0300DDB3-F1E8-4C72-85CD-A803073A2FB3}" dt="2026-06-25T19:56:33.275" v="935" actId="2696"/>
        <pc:sldMkLst>
          <pc:docMk/>
          <pc:sldMk cId="0" sldId="260"/>
        </pc:sldMkLst>
        <pc:spChg chg="mod">
          <ac:chgData name="Schreyer, Vincent" userId="02845792-f48a-4ca6-95b8-e54179469cd6" providerId="ADAL" clId="{0300DDB3-F1E8-4C72-85CD-A803073A2FB3}" dt="2026-06-25T04:27:24.637" v="76" actId="2711"/>
          <ac:spMkLst>
            <pc:docMk/>
            <pc:sldMk cId="0" sldId="260"/>
            <ac:spMk id="2" creationId="{00000000-0000-0000-0000-000000000000}"/>
          </ac:spMkLst>
        </pc:spChg>
        <pc:spChg chg="add mod">
          <ac:chgData name="Schreyer, Vincent" userId="02845792-f48a-4ca6-95b8-e54179469cd6" providerId="ADAL" clId="{0300DDB3-F1E8-4C72-85CD-A803073A2FB3}" dt="2026-06-25T04:29:36.126" v="86" actId="2711"/>
          <ac:spMkLst>
            <pc:docMk/>
            <pc:sldMk cId="0" sldId="260"/>
            <ac:spMk id="3" creationId="{66293BA6-09E4-36E6-7061-6E116874F6FA}"/>
          </ac:spMkLst>
        </pc:spChg>
        <pc:spChg chg="mod">
          <ac:chgData name="Schreyer, Vincent" userId="02845792-f48a-4ca6-95b8-e54179469cd6" providerId="ADAL" clId="{0300DDB3-F1E8-4C72-85CD-A803073A2FB3}" dt="2026-06-25T04:27:53.158" v="81" actId="2711"/>
          <ac:spMkLst>
            <pc:docMk/>
            <pc:sldMk cId="0" sldId="260"/>
            <ac:spMk id="4" creationId="{00000000-0000-0000-0000-000000000000}"/>
          </ac:spMkLst>
        </pc:spChg>
        <pc:spChg chg="add mod">
          <ac:chgData name="Schreyer, Vincent" userId="02845792-f48a-4ca6-95b8-e54179469cd6" providerId="ADAL" clId="{0300DDB3-F1E8-4C72-85CD-A803073A2FB3}" dt="2026-06-25T04:29:36.126" v="86" actId="2711"/>
          <ac:spMkLst>
            <pc:docMk/>
            <pc:sldMk cId="0" sldId="260"/>
            <ac:spMk id="5" creationId="{7B40D37E-5513-ECCB-B79B-02E8296273FE}"/>
          </ac:spMkLst>
        </pc:spChg>
        <pc:spChg chg="mod">
          <ac:chgData name="Schreyer, Vincent" userId="02845792-f48a-4ca6-95b8-e54179469cd6" providerId="ADAL" clId="{0300DDB3-F1E8-4C72-85CD-A803073A2FB3}" dt="2026-06-25T04:28:04.424" v="84" actId="2711"/>
          <ac:spMkLst>
            <pc:docMk/>
            <pc:sldMk cId="0" sldId="260"/>
            <ac:spMk id="6" creationId="{00000000-0000-0000-0000-000000000000}"/>
          </ac:spMkLst>
        </pc:spChg>
        <pc:spChg chg="add mod">
          <ac:chgData name="Schreyer, Vincent" userId="02845792-f48a-4ca6-95b8-e54179469cd6" providerId="ADAL" clId="{0300DDB3-F1E8-4C72-85CD-A803073A2FB3}" dt="2026-06-25T04:29:36.126" v="86" actId="2711"/>
          <ac:spMkLst>
            <pc:docMk/>
            <pc:sldMk cId="0" sldId="260"/>
            <ac:spMk id="7" creationId="{4B0C7B37-3E9A-AEF7-D3B6-2EF0B6AEBB03}"/>
          </ac:spMkLst>
        </pc:spChg>
        <pc:spChg chg="mod">
          <ac:chgData name="Schreyer, Vincent" userId="02845792-f48a-4ca6-95b8-e54179469cd6" providerId="ADAL" clId="{0300DDB3-F1E8-4C72-85CD-A803073A2FB3}" dt="2026-06-25T04:27:58.178" v="83" actId="27636"/>
          <ac:spMkLst>
            <pc:docMk/>
            <pc:sldMk cId="0" sldId="260"/>
            <ac:spMk id="8" creationId="{00000000-0000-0000-0000-000000000000}"/>
          </ac:spMkLst>
        </pc:spChg>
        <pc:spChg chg="add mod">
          <ac:chgData name="Schreyer, Vincent" userId="02845792-f48a-4ca6-95b8-e54179469cd6" providerId="ADAL" clId="{0300DDB3-F1E8-4C72-85CD-A803073A2FB3}" dt="2026-06-25T04:20:11.211" v="28" actId="1076"/>
          <ac:spMkLst>
            <pc:docMk/>
            <pc:sldMk cId="0" sldId="260"/>
            <ac:spMk id="9" creationId="{0FE97DE5-924A-62DF-EF91-889BE475B8ED}"/>
          </ac:spMkLst>
        </pc:spChg>
        <pc:spChg chg="mod">
          <ac:chgData name="Schreyer, Vincent" userId="02845792-f48a-4ca6-95b8-e54179469cd6" providerId="ADAL" clId="{0300DDB3-F1E8-4C72-85CD-A803073A2FB3}" dt="2026-06-25T04:28:09.639" v="85" actId="2711"/>
          <ac:spMkLst>
            <pc:docMk/>
            <pc:sldMk cId="0" sldId="260"/>
            <ac:spMk id="10" creationId="{00000000-0000-0000-0000-000000000000}"/>
          </ac:spMkLst>
        </pc:spChg>
        <pc:picChg chg="add mod">
          <ac:chgData name="Schreyer, Vincent" userId="02845792-f48a-4ca6-95b8-e54179469cd6" providerId="ADAL" clId="{0300DDB3-F1E8-4C72-85CD-A803073A2FB3}" dt="2026-06-25T19:18:01.347" v="727" actId="1076"/>
          <ac:picMkLst>
            <pc:docMk/>
            <pc:sldMk cId="0" sldId="260"/>
            <ac:picMk id="11" creationId="{267657B3-852A-A912-2C75-43A979C6335F}"/>
          </ac:picMkLst>
        </pc:picChg>
        <pc:picChg chg="add mod">
          <ac:chgData name="Schreyer, Vincent" userId="02845792-f48a-4ca6-95b8-e54179469cd6" providerId="ADAL" clId="{0300DDB3-F1E8-4C72-85CD-A803073A2FB3}" dt="2026-06-25T19:25:29.690" v="736" actId="1076"/>
          <ac:picMkLst>
            <pc:docMk/>
            <pc:sldMk cId="0" sldId="260"/>
            <ac:picMk id="13" creationId="{9984C77F-1288-21EB-6A23-F6BE369BF622}"/>
          </ac:picMkLst>
        </pc:picChg>
      </pc:sldChg>
      <pc:sldChg chg="addSp delSp modSp add mod">
        <pc:chgData name="Schreyer, Vincent" userId="02845792-f48a-4ca6-95b8-e54179469cd6" providerId="ADAL" clId="{0300DDB3-F1E8-4C72-85CD-A803073A2FB3}" dt="2026-06-25T21:10:54.473" v="1208" actId="1076"/>
        <pc:sldMkLst>
          <pc:docMk/>
          <pc:sldMk cId="3528190218" sldId="261"/>
        </pc:sldMkLst>
        <pc:spChg chg="del">
          <ac:chgData name="Schreyer, Vincent" userId="02845792-f48a-4ca6-95b8-e54179469cd6" providerId="ADAL" clId="{0300DDB3-F1E8-4C72-85CD-A803073A2FB3}" dt="2026-06-25T17:32:38.400" v="159" actId="21"/>
          <ac:spMkLst>
            <pc:docMk/>
            <pc:sldMk cId="3528190218" sldId="261"/>
            <ac:spMk id="4" creationId="{8126B994-D898-6B57-917C-AC82C9AD5792}"/>
          </ac:spMkLst>
        </pc:spChg>
        <pc:spChg chg="del">
          <ac:chgData name="Schreyer, Vincent" userId="02845792-f48a-4ca6-95b8-e54179469cd6" providerId="ADAL" clId="{0300DDB3-F1E8-4C72-85CD-A803073A2FB3}" dt="2026-06-25T17:32:41.843" v="160" actId="21"/>
          <ac:spMkLst>
            <pc:docMk/>
            <pc:sldMk cId="3528190218" sldId="261"/>
            <ac:spMk id="5" creationId="{098606B9-0A12-A6E0-AE9A-0A8CDCEB3283}"/>
          </ac:spMkLst>
        </pc:spChg>
        <pc:spChg chg="mod">
          <ac:chgData name="Schreyer, Vincent" userId="02845792-f48a-4ca6-95b8-e54179469cd6" providerId="ADAL" clId="{0300DDB3-F1E8-4C72-85CD-A803073A2FB3}" dt="2026-06-25T21:10:50.675" v="1207" actId="20577"/>
          <ac:spMkLst>
            <pc:docMk/>
            <pc:sldMk cId="3528190218" sldId="261"/>
            <ac:spMk id="6" creationId="{306D75EC-260A-68E6-E7DF-A50BB3FF955D}"/>
          </ac:spMkLst>
        </pc:spChg>
        <pc:spChg chg="mod">
          <ac:chgData name="Schreyer, Vincent" userId="02845792-f48a-4ca6-95b8-e54179469cd6" providerId="ADAL" clId="{0300DDB3-F1E8-4C72-85CD-A803073A2FB3}" dt="2026-06-25T20:15:53.679" v="1057" actId="1076"/>
          <ac:spMkLst>
            <pc:docMk/>
            <pc:sldMk cId="3528190218" sldId="261"/>
            <ac:spMk id="7" creationId="{7F072D4A-C71E-74DA-AFC0-69611584BF8A}"/>
          </ac:spMkLst>
        </pc:spChg>
        <pc:spChg chg="mod">
          <ac:chgData name="Schreyer, Vincent" userId="02845792-f48a-4ca6-95b8-e54179469cd6" providerId="ADAL" clId="{0300DDB3-F1E8-4C72-85CD-A803073A2FB3}" dt="2026-06-25T04:33:42.496" v="113" actId="948"/>
          <ac:spMkLst>
            <pc:docMk/>
            <pc:sldMk cId="3528190218" sldId="261"/>
            <ac:spMk id="10" creationId="{DE3200F2-5770-92BF-DFDA-4305E8A8E755}"/>
          </ac:spMkLst>
        </pc:spChg>
        <pc:spChg chg="mod">
          <ac:chgData name="Schreyer, Vincent" userId="02845792-f48a-4ca6-95b8-e54179469cd6" providerId="ADAL" clId="{0300DDB3-F1E8-4C72-85CD-A803073A2FB3}" dt="2026-06-25T04:34:12.037" v="119" actId="255"/>
          <ac:spMkLst>
            <pc:docMk/>
            <pc:sldMk cId="3528190218" sldId="261"/>
            <ac:spMk id="11" creationId="{BFC9484E-F8C9-2F92-946C-016839774821}"/>
          </ac:spMkLst>
        </pc:spChg>
        <pc:spChg chg="mod">
          <ac:chgData name="Schreyer, Vincent" userId="02845792-f48a-4ca6-95b8-e54179469cd6" providerId="ADAL" clId="{0300DDB3-F1E8-4C72-85CD-A803073A2FB3}" dt="2026-06-25T20:09:26.725" v="1042" actId="403"/>
          <ac:spMkLst>
            <pc:docMk/>
            <pc:sldMk cId="3528190218" sldId="261"/>
            <ac:spMk id="12" creationId="{9D7C5077-471C-3B02-44A8-EF85F8737C6A}"/>
          </ac:spMkLst>
        </pc:spChg>
        <pc:spChg chg="add del mod">
          <ac:chgData name="Schreyer, Vincent" userId="02845792-f48a-4ca6-95b8-e54179469cd6" providerId="ADAL" clId="{0300DDB3-F1E8-4C72-85CD-A803073A2FB3}" dt="2026-06-25T16:48:07.517" v="140" actId="21"/>
          <ac:spMkLst>
            <pc:docMk/>
            <pc:sldMk cId="3528190218" sldId="261"/>
            <ac:spMk id="13" creationId="{ACB5C69C-A8CE-7691-4564-9835FD98B1F5}"/>
          </ac:spMkLst>
        </pc:spChg>
        <pc:spChg chg="del">
          <ac:chgData name="Schreyer, Vincent" userId="02845792-f48a-4ca6-95b8-e54179469cd6" providerId="ADAL" clId="{0300DDB3-F1E8-4C72-85CD-A803073A2FB3}" dt="2026-06-25T04:30:11.722" v="91" actId="21"/>
          <ac:spMkLst>
            <pc:docMk/>
            <pc:sldMk cId="3528190218" sldId="261"/>
            <ac:spMk id="14" creationId="{EB0E9DA1-092C-AF2A-876A-3E6C479BA4AC}"/>
          </ac:spMkLst>
        </pc:spChg>
        <pc:spChg chg="add del mod">
          <ac:chgData name="Schreyer, Vincent" userId="02845792-f48a-4ca6-95b8-e54179469cd6" providerId="ADAL" clId="{0300DDB3-F1E8-4C72-85CD-A803073A2FB3}" dt="2026-06-25T17:33:18.874" v="163" actId="478"/>
          <ac:spMkLst>
            <pc:docMk/>
            <pc:sldMk cId="3528190218" sldId="261"/>
            <ac:spMk id="15" creationId="{EF6F23BB-F2D9-52B5-FDDB-BB287E603DF5}"/>
          </ac:spMkLst>
        </pc:spChg>
        <pc:spChg chg="add mod topLvl">
          <ac:chgData name="Schreyer, Vincent" userId="02845792-f48a-4ca6-95b8-e54179469cd6" providerId="ADAL" clId="{0300DDB3-F1E8-4C72-85CD-A803073A2FB3}" dt="2026-06-25T17:34:51.197" v="176" actId="14826"/>
          <ac:spMkLst>
            <pc:docMk/>
            <pc:sldMk cId="3528190218" sldId="261"/>
            <ac:spMk id="16" creationId="{34E52930-D2F9-770F-C54F-9D9B22A252B6}"/>
          </ac:spMkLst>
        </pc:spChg>
        <pc:spChg chg="add mod topLvl">
          <ac:chgData name="Schreyer, Vincent" userId="02845792-f48a-4ca6-95b8-e54179469cd6" providerId="ADAL" clId="{0300DDB3-F1E8-4C72-85CD-A803073A2FB3}" dt="2026-06-25T17:34:51.197" v="176" actId="14826"/>
          <ac:spMkLst>
            <pc:docMk/>
            <pc:sldMk cId="3528190218" sldId="261"/>
            <ac:spMk id="18" creationId="{F3BD6D11-3B15-3A3A-92EE-F76FD054295F}"/>
          </ac:spMkLst>
        </pc:spChg>
        <pc:spChg chg="add del mod topLvl">
          <ac:chgData name="Schreyer, Vincent" userId="02845792-f48a-4ca6-95b8-e54179469cd6" providerId="ADAL" clId="{0300DDB3-F1E8-4C72-85CD-A803073A2FB3}" dt="2026-06-25T18:51:16.666" v="626" actId="21"/>
          <ac:spMkLst>
            <pc:docMk/>
            <pc:sldMk cId="3528190218" sldId="261"/>
            <ac:spMk id="19" creationId="{DE61E62B-1FCE-77AE-3223-A059153C10E7}"/>
          </ac:spMkLst>
        </pc:spChg>
        <pc:spChg chg="add del mod topLvl">
          <ac:chgData name="Schreyer, Vincent" userId="02845792-f48a-4ca6-95b8-e54179469cd6" providerId="ADAL" clId="{0300DDB3-F1E8-4C72-85CD-A803073A2FB3}" dt="2026-06-25T18:51:20.603" v="627" actId="478"/>
          <ac:spMkLst>
            <pc:docMk/>
            <pc:sldMk cId="3528190218" sldId="261"/>
            <ac:spMk id="20" creationId="{F41497FE-C700-68C3-109A-6E9E4B2CDD7E}"/>
          </ac:spMkLst>
        </pc:spChg>
        <pc:spChg chg="add mod">
          <ac:chgData name="Schreyer, Vincent" userId="02845792-f48a-4ca6-95b8-e54179469cd6" providerId="ADAL" clId="{0300DDB3-F1E8-4C72-85CD-A803073A2FB3}" dt="2026-06-25T20:32:07.034" v="1129" actId="403"/>
          <ac:spMkLst>
            <pc:docMk/>
            <pc:sldMk cId="3528190218" sldId="261"/>
            <ac:spMk id="24" creationId="{C34E5624-D6D1-029D-836E-41EEB71F0F2E}"/>
          </ac:spMkLst>
        </pc:spChg>
        <pc:spChg chg="add mod">
          <ac:chgData name="Schreyer, Vincent" userId="02845792-f48a-4ca6-95b8-e54179469cd6" providerId="ADAL" clId="{0300DDB3-F1E8-4C72-85CD-A803073A2FB3}" dt="2026-06-25T20:44:10.085" v="1175" actId="207"/>
          <ac:spMkLst>
            <pc:docMk/>
            <pc:sldMk cId="3528190218" sldId="261"/>
            <ac:spMk id="25" creationId="{1C361E4D-A35F-23E5-6D05-F543715FD667}"/>
          </ac:spMkLst>
        </pc:spChg>
        <pc:grpChg chg="add mod">
          <ac:chgData name="Schreyer, Vincent" userId="02845792-f48a-4ca6-95b8-e54179469cd6" providerId="ADAL" clId="{0300DDB3-F1E8-4C72-85CD-A803073A2FB3}" dt="2026-06-25T04:33:49.810" v="115" actId="14100"/>
          <ac:grpSpMkLst>
            <pc:docMk/>
            <pc:sldMk cId="3528190218" sldId="261"/>
            <ac:grpSpMk id="8" creationId="{34D579A5-79B9-8F84-5BA2-3017282C02C6}"/>
          </ac:grpSpMkLst>
        </pc:grpChg>
        <pc:grpChg chg="mod">
          <ac:chgData name="Schreyer, Vincent" userId="02845792-f48a-4ca6-95b8-e54179469cd6" providerId="ADAL" clId="{0300DDB3-F1E8-4C72-85CD-A803073A2FB3}" dt="2026-06-25T04:30:23.628" v="92"/>
          <ac:grpSpMkLst>
            <pc:docMk/>
            <pc:sldMk cId="3528190218" sldId="261"/>
            <ac:grpSpMk id="9" creationId="{EE255FC7-BDD9-E0BC-B1F2-2B9CBD1A0906}"/>
          </ac:grpSpMkLst>
        </pc:grpChg>
        <pc:grpChg chg="add del mod">
          <ac:chgData name="Schreyer, Vincent" userId="02845792-f48a-4ca6-95b8-e54179469cd6" providerId="ADAL" clId="{0300DDB3-F1E8-4C72-85CD-A803073A2FB3}" dt="2026-06-25T17:33:39.320" v="168" actId="165"/>
          <ac:grpSpMkLst>
            <pc:docMk/>
            <pc:sldMk cId="3528190218" sldId="261"/>
            <ac:grpSpMk id="21" creationId="{592FB025-46E1-3EAD-7094-C683C11E3DA5}"/>
          </ac:grpSpMkLst>
        </pc:grpChg>
        <pc:grpChg chg="add mod">
          <ac:chgData name="Schreyer, Vincent" userId="02845792-f48a-4ca6-95b8-e54179469cd6" providerId="ADAL" clId="{0300DDB3-F1E8-4C72-85CD-A803073A2FB3}" dt="2026-06-25T20:16:00.144" v="1058" actId="1076"/>
          <ac:grpSpMkLst>
            <pc:docMk/>
            <pc:sldMk cId="3528190218" sldId="261"/>
            <ac:grpSpMk id="22" creationId="{DB51F08E-E16B-287B-55A0-9037BC166DA7}"/>
          </ac:grpSpMkLst>
        </pc:grpChg>
        <pc:picChg chg="add mod topLvl">
          <ac:chgData name="Schreyer, Vincent" userId="02845792-f48a-4ca6-95b8-e54179469cd6" providerId="ADAL" clId="{0300DDB3-F1E8-4C72-85CD-A803073A2FB3}" dt="2026-06-25T17:34:59.116" v="178" actId="1076"/>
          <ac:picMkLst>
            <pc:docMk/>
            <pc:sldMk cId="3528190218" sldId="261"/>
            <ac:picMk id="17" creationId="{BBA59C20-CE1C-12C0-2457-4129E9287363}"/>
          </ac:picMkLst>
        </pc:picChg>
        <pc:picChg chg="add mod">
          <ac:chgData name="Schreyer, Vincent" userId="02845792-f48a-4ca6-95b8-e54179469cd6" providerId="ADAL" clId="{0300DDB3-F1E8-4C72-85CD-A803073A2FB3}" dt="2026-06-25T21:10:54.473" v="1208" actId="1076"/>
          <ac:picMkLst>
            <pc:docMk/>
            <pc:sldMk cId="3528190218" sldId="261"/>
            <ac:picMk id="23" creationId="{BDF374ED-8A61-DF18-66DD-B05CA8E80D81}"/>
          </ac:picMkLst>
        </pc:picChg>
      </pc:sldChg>
      <pc:sldChg chg="add del mod ord modShow">
        <pc:chgData name="Schreyer, Vincent" userId="02845792-f48a-4ca6-95b8-e54179469cd6" providerId="ADAL" clId="{0300DDB3-F1E8-4C72-85CD-A803073A2FB3}" dt="2026-06-25T21:09:18.761" v="1203" actId="18676"/>
        <pc:sldMkLst>
          <pc:docMk/>
          <pc:sldMk cId="2679081788" sldId="262"/>
        </pc:sldMkLst>
      </pc:sldChg>
      <pc:sldChg chg="add del mod ord modShow">
        <pc:chgData name="Schreyer, Vincent" userId="02845792-f48a-4ca6-95b8-e54179469cd6" providerId="ADAL" clId="{0300DDB3-F1E8-4C72-85CD-A803073A2FB3}" dt="2026-06-25T21:09:18.761" v="1203" actId="18676"/>
        <pc:sldMkLst>
          <pc:docMk/>
          <pc:sldMk cId="868602333" sldId="263"/>
        </pc:sldMkLst>
      </pc:sldChg>
      <pc:sldChg chg="add del mod ord modShow">
        <pc:chgData name="Schreyer, Vincent" userId="02845792-f48a-4ca6-95b8-e54179469cd6" providerId="ADAL" clId="{0300DDB3-F1E8-4C72-85CD-A803073A2FB3}" dt="2026-06-25T21:09:18.761" v="1203" actId="18676"/>
        <pc:sldMkLst>
          <pc:docMk/>
          <pc:sldMk cId="2488022451" sldId="264"/>
        </pc:sldMkLst>
      </pc:sldChg>
      <pc:sldChg chg="add del mod ord modShow">
        <pc:chgData name="Schreyer, Vincent" userId="02845792-f48a-4ca6-95b8-e54179469cd6" providerId="ADAL" clId="{0300DDB3-F1E8-4C72-85CD-A803073A2FB3}" dt="2026-06-25T21:09:18.761" v="1203" actId="18676"/>
        <pc:sldMkLst>
          <pc:docMk/>
          <pc:sldMk cId="3031778718" sldId="265"/>
        </pc:sldMkLst>
      </pc:sldChg>
      <pc:sldChg chg="add del mod modShow">
        <pc:chgData name="Schreyer, Vincent" userId="02845792-f48a-4ca6-95b8-e54179469cd6" providerId="ADAL" clId="{0300DDB3-F1E8-4C72-85CD-A803073A2FB3}" dt="2026-06-25T21:09:18.761" v="1203" actId="18676"/>
        <pc:sldMkLst>
          <pc:docMk/>
          <pc:sldMk cId="2856533991" sldId="266"/>
        </pc:sldMkLst>
      </pc:sldChg>
      <pc:sldChg chg="add del">
        <pc:chgData name="Schreyer, Vincent" userId="02845792-f48a-4ca6-95b8-e54179469cd6" providerId="ADAL" clId="{0300DDB3-F1E8-4C72-85CD-A803073A2FB3}" dt="2026-06-25T17:40:11.135" v="222" actId="2890"/>
        <pc:sldMkLst>
          <pc:docMk/>
          <pc:sldMk cId="2049763794" sldId="267"/>
        </pc:sldMkLst>
      </pc:sldChg>
      <pc:sldChg chg="addSp delSp modSp add mod">
        <pc:chgData name="Schreyer, Vincent" userId="02845792-f48a-4ca6-95b8-e54179469cd6" providerId="ADAL" clId="{0300DDB3-F1E8-4C72-85CD-A803073A2FB3}" dt="2026-06-25T20:48:27.888" v="1181" actId="20577"/>
        <pc:sldMkLst>
          <pc:docMk/>
          <pc:sldMk cId="2705507123" sldId="267"/>
        </pc:sldMkLst>
        <pc:spChg chg="mod">
          <ac:chgData name="Schreyer, Vincent" userId="02845792-f48a-4ca6-95b8-e54179469cd6" providerId="ADAL" clId="{0300DDB3-F1E8-4C72-85CD-A803073A2FB3}" dt="2026-06-25T20:20:47.831" v="1081" actId="403"/>
          <ac:spMkLst>
            <pc:docMk/>
            <pc:sldMk cId="2705507123" sldId="267"/>
            <ac:spMk id="2" creationId="{4B8E0A6D-A64E-D5C9-FE57-F537C9779D24}"/>
          </ac:spMkLst>
        </pc:spChg>
        <pc:spChg chg="add mod">
          <ac:chgData name="Schreyer, Vincent" userId="02845792-f48a-4ca6-95b8-e54179469cd6" providerId="ADAL" clId="{0300DDB3-F1E8-4C72-85CD-A803073A2FB3}" dt="2026-06-25T18:45:26.086" v="609" actId="14826"/>
          <ac:spMkLst>
            <pc:docMk/>
            <pc:sldMk cId="2705507123" sldId="267"/>
            <ac:spMk id="3" creationId="{E7995D98-FAE4-44CD-7456-F4968B938A81}"/>
          </ac:spMkLst>
        </pc:spChg>
        <pc:spChg chg="add mod">
          <ac:chgData name="Schreyer, Vincent" userId="02845792-f48a-4ca6-95b8-e54179469cd6" providerId="ADAL" clId="{0300DDB3-F1E8-4C72-85CD-A803073A2FB3}" dt="2026-06-25T20:33:13.811" v="1130" actId="165"/>
          <ac:spMkLst>
            <pc:docMk/>
            <pc:sldMk cId="2705507123" sldId="267"/>
            <ac:spMk id="5" creationId="{6FC4D396-C354-F341-1002-CA7283E370CB}"/>
          </ac:spMkLst>
        </pc:spChg>
        <pc:spChg chg="add mod">
          <ac:chgData name="Schreyer, Vincent" userId="02845792-f48a-4ca6-95b8-e54179469cd6" providerId="ADAL" clId="{0300DDB3-F1E8-4C72-85CD-A803073A2FB3}" dt="2026-06-25T18:45:26.086" v="609" actId="14826"/>
          <ac:spMkLst>
            <pc:docMk/>
            <pc:sldMk cId="2705507123" sldId="267"/>
            <ac:spMk id="6" creationId="{FF63ECC5-DE76-609F-8917-C6196D7CF4BF}"/>
          </ac:spMkLst>
        </pc:spChg>
        <pc:spChg chg="add del mod">
          <ac:chgData name="Schreyer, Vincent" userId="02845792-f48a-4ca6-95b8-e54179469cd6" providerId="ADAL" clId="{0300DDB3-F1E8-4C72-85CD-A803073A2FB3}" dt="2026-06-25T18:39:32.639" v="564" actId="478"/>
          <ac:spMkLst>
            <pc:docMk/>
            <pc:sldMk cId="2705507123" sldId="267"/>
            <ac:spMk id="8" creationId="{D2EEC000-C473-F9CB-6B1F-403CCB3118B4}"/>
          </ac:spMkLst>
        </pc:spChg>
        <pc:spChg chg="add del mod">
          <ac:chgData name="Schreyer, Vincent" userId="02845792-f48a-4ca6-95b8-e54179469cd6" providerId="ADAL" clId="{0300DDB3-F1E8-4C72-85CD-A803073A2FB3}" dt="2026-06-25T18:39:32.639" v="564" actId="478"/>
          <ac:spMkLst>
            <pc:docMk/>
            <pc:sldMk cId="2705507123" sldId="267"/>
            <ac:spMk id="10" creationId="{A6FF5752-67CC-9A26-2353-3C4B3ED1BB26}"/>
          </ac:spMkLst>
        </pc:spChg>
        <pc:spChg chg="add del mod">
          <ac:chgData name="Schreyer, Vincent" userId="02845792-f48a-4ca6-95b8-e54179469cd6" providerId="ADAL" clId="{0300DDB3-F1E8-4C72-85CD-A803073A2FB3}" dt="2026-06-25T18:39:32.639" v="564" actId="478"/>
          <ac:spMkLst>
            <pc:docMk/>
            <pc:sldMk cId="2705507123" sldId="267"/>
            <ac:spMk id="11" creationId="{CAE9D06C-25AD-0791-7FFB-5B207BF059AC}"/>
          </ac:spMkLst>
        </pc:spChg>
        <pc:spChg chg="add mod">
          <ac:chgData name="Schreyer, Vincent" userId="02845792-f48a-4ca6-95b8-e54179469cd6" providerId="ADAL" clId="{0300DDB3-F1E8-4C72-85CD-A803073A2FB3}" dt="2026-06-25T18:37:14.176" v="551" actId="1076"/>
          <ac:spMkLst>
            <pc:docMk/>
            <pc:sldMk cId="2705507123" sldId="267"/>
            <ac:spMk id="12" creationId="{9DBC6714-45AC-361B-4CD2-084E038913D3}"/>
          </ac:spMkLst>
        </pc:spChg>
        <pc:spChg chg="add mod">
          <ac:chgData name="Schreyer, Vincent" userId="02845792-f48a-4ca6-95b8-e54179469cd6" providerId="ADAL" clId="{0300DDB3-F1E8-4C72-85CD-A803073A2FB3}" dt="2026-06-25T18:37:09.358" v="549"/>
          <ac:spMkLst>
            <pc:docMk/>
            <pc:sldMk cId="2705507123" sldId="267"/>
            <ac:spMk id="14" creationId="{05A5B1D9-D453-1FFB-4B26-21A0C2BC3587}"/>
          </ac:spMkLst>
        </pc:spChg>
        <pc:spChg chg="add mod">
          <ac:chgData name="Schreyer, Vincent" userId="02845792-f48a-4ca6-95b8-e54179469cd6" providerId="ADAL" clId="{0300DDB3-F1E8-4C72-85CD-A803073A2FB3}" dt="2026-06-25T18:37:09.358" v="549"/>
          <ac:spMkLst>
            <pc:docMk/>
            <pc:sldMk cId="2705507123" sldId="267"/>
            <ac:spMk id="15" creationId="{759A55CE-F8EE-91C4-20F2-E96F37CE599F}"/>
          </ac:spMkLst>
        </pc:spChg>
        <pc:spChg chg="add mod">
          <ac:chgData name="Schreyer, Vincent" userId="02845792-f48a-4ca6-95b8-e54179469cd6" providerId="ADAL" clId="{0300DDB3-F1E8-4C72-85CD-A803073A2FB3}" dt="2026-06-25T18:38:49.583" v="556" actId="1076"/>
          <ac:spMkLst>
            <pc:docMk/>
            <pc:sldMk cId="2705507123" sldId="267"/>
            <ac:spMk id="16" creationId="{60642B19-1748-C60F-B46C-D5ADC17D2633}"/>
          </ac:spMkLst>
        </pc:spChg>
        <pc:spChg chg="del">
          <ac:chgData name="Schreyer, Vincent" userId="02845792-f48a-4ca6-95b8-e54179469cd6" providerId="ADAL" clId="{0300DDB3-F1E8-4C72-85CD-A803073A2FB3}" dt="2026-06-25T20:30:42.074" v="1116" actId="478"/>
          <ac:spMkLst>
            <pc:docMk/>
            <pc:sldMk cId="2705507123" sldId="267"/>
            <ac:spMk id="19" creationId="{75EAC05F-3846-27F4-74A9-A717F807A478}"/>
          </ac:spMkLst>
        </pc:spChg>
        <pc:spChg chg="add mod">
          <ac:chgData name="Schreyer, Vincent" userId="02845792-f48a-4ca6-95b8-e54179469cd6" providerId="ADAL" clId="{0300DDB3-F1E8-4C72-85CD-A803073A2FB3}" dt="2026-06-25T18:38:49.583" v="556" actId="1076"/>
          <ac:spMkLst>
            <pc:docMk/>
            <pc:sldMk cId="2705507123" sldId="267"/>
            <ac:spMk id="21" creationId="{BA35E05C-96F5-1C4E-1B91-14BC05D7A120}"/>
          </ac:spMkLst>
        </pc:spChg>
        <pc:spChg chg="mod">
          <ac:chgData name="Schreyer, Vincent" userId="02845792-f48a-4ca6-95b8-e54179469cd6" providerId="ADAL" clId="{0300DDB3-F1E8-4C72-85CD-A803073A2FB3}" dt="2026-06-25T18:49:42.033" v="616" actId="164"/>
          <ac:spMkLst>
            <pc:docMk/>
            <pc:sldMk cId="2705507123" sldId="267"/>
            <ac:spMk id="22" creationId="{94F0634D-52D5-D454-5195-67A6B08315AA}"/>
          </ac:spMkLst>
        </pc:spChg>
        <pc:spChg chg="mod topLvl">
          <ac:chgData name="Schreyer, Vincent" userId="02845792-f48a-4ca6-95b8-e54179469cd6" providerId="ADAL" clId="{0300DDB3-F1E8-4C72-85CD-A803073A2FB3}" dt="2026-06-25T20:33:13.811" v="1130" actId="165"/>
          <ac:spMkLst>
            <pc:docMk/>
            <pc:sldMk cId="2705507123" sldId="267"/>
            <ac:spMk id="23" creationId="{39A5440D-5C2D-7A34-E97A-27EE2B902A5F}"/>
          </ac:spMkLst>
        </pc:spChg>
        <pc:spChg chg="mod topLvl">
          <ac:chgData name="Schreyer, Vincent" userId="02845792-f48a-4ca6-95b8-e54179469cd6" providerId="ADAL" clId="{0300DDB3-F1E8-4C72-85CD-A803073A2FB3}" dt="2026-06-25T20:33:13.811" v="1130" actId="165"/>
          <ac:spMkLst>
            <pc:docMk/>
            <pc:sldMk cId="2705507123" sldId="267"/>
            <ac:spMk id="25" creationId="{581814CA-0611-9C41-FEB6-819DA8E650BB}"/>
          </ac:spMkLst>
        </pc:spChg>
        <pc:spChg chg="mod">
          <ac:chgData name="Schreyer, Vincent" userId="02845792-f48a-4ca6-95b8-e54179469cd6" providerId="ADAL" clId="{0300DDB3-F1E8-4C72-85CD-A803073A2FB3}" dt="2026-06-25T20:13:21.688" v="1054" actId="207"/>
          <ac:spMkLst>
            <pc:docMk/>
            <pc:sldMk cId="2705507123" sldId="267"/>
            <ac:spMk id="26" creationId="{AAAD58A1-C6BA-1271-0DCE-E4CF587D5B20}"/>
          </ac:spMkLst>
        </pc:spChg>
        <pc:spChg chg="mod">
          <ac:chgData name="Schreyer, Vincent" userId="02845792-f48a-4ca6-95b8-e54179469cd6" providerId="ADAL" clId="{0300DDB3-F1E8-4C72-85CD-A803073A2FB3}" dt="2026-06-25T20:33:13.811" v="1130" actId="165"/>
          <ac:spMkLst>
            <pc:docMk/>
            <pc:sldMk cId="2705507123" sldId="267"/>
            <ac:spMk id="29" creationId="{FD88FC72-B33F-37CC-CFBC-C9D398445E55}"/>
          </ac:spMkLst>
        </pc:spChg>
        <pc:spChg chg="del">
          <ac:chgData name="Schreyer, Vincent" userId="02845792-f48a-4ca6-95b8-e54179469cd6" providerId="ADAL" clId="{0300DDB3-F1E8-4C72-85CD-A803073A2FB3}" dt="2026-06-25T18:32:03.403" v="504" actId="21"/>
          <ac:spMkLst>
            <pc:docMk/>
            <pc:sldMk cId="2705507123" sldId="267"/>
            <ac:spMk id="32" creationId="{140AD344-22DB-D035-CCF2-CF3626BDCF09}"/>
          </ac:spMkLst>
        </pc:spChg>
        <pc:spChg chg="add mod">
          <ac:chgData name="Schreyer, Vincent" userId="02845792-f48a-4ca6-95b8-e54179469cd6" providerId="ADAL" clId="{0300DDB3-F1E8-4C72-85CD-A803073A2FB3}" dt="2026-06-25T18:38:49.583" v="556" actId="1076"/>
          <ac:spMkLst>
            <pc:docMk/>
            <pc:sldMk cId="2705507123" sldId="267"/>
            <ac:spMk id="33" creationId="{1100B4D5-6071-2EA8-3CAD-8F700314C0A3}"/>
          </ac:spMkLst>
        </pc:spChg>
        <pc:spChg chg="mod">
          <ac:chgData name="Schreyer, Vincent" userId="02845792-f48a-4ca6-95b8-e54179469cd6" providerId="ADAL" clId="{0300DDB3-F1E8-4C72-85CD-A803073A2FB3}" dt="2026-06-25T18:47:06.108" v="612" actId="14826"/>
          <ac:spMkLst>
            <pc:docMk/>
            <pc:sldMk cId="2705507123" sldId="267"/>
            <ac:spMk id="35" creationId="{00380CA8-E7CC-4266-D158-FC967DFD2B7F}"/>
          </ac:spMkLst>
        </pc:spChg>
        <pc:spChg chg="mod">
          <ac:chgData name="Schreyer, Vincent" userId="02845792-f48a-4ca6-95b8-e54179469cd6" providerId="ADAL" clId="{0300DDB3-F1E8-4C72-85CD-A803073A2FB3}" dt="2026-06-25T18:47:06.108" v="612" actId="14826"/>
          <ac:spMkLst>
            <pc:docMk/>
            <pc:sldMk cId="2705507123" sldId="267"/>
            <ac:spMk id="37" creationId="{CFBE76BA-C3CE-351D-BDB0-31183B32B4DD}"/>
          </ac:spMkLst>
        </pc:spChg>
        <pc:spChg chg="mod">
          <ac:chgData name="Schreyer, Vincent" userId="02845792-f48a-4ca6-95b8-e54179469cd6" providerId="ADAL" clId="{0300DDB3-F1E8-4C72-85CD-A803073A2FB3}" dt="2026-06-25T18:47:06.108" v="612" actId="14826"/>
          <ac:spMkLst>
            <pc:docMk/>
            <pc:sldMk cId="2705507123" sldId="267"/>
            <ac:spMk id="38" creationId="{9EE87431-2F84-4469-1E8C-F93A865C2714}"/>
          </ac:spMkLst>
        </pc:spChg>
        <pc:spChg chg="mod">
          <ac:chgData name="Schreyer, Vincent" userId="02845792-f48a-4ca6-95b8-e54179469cd6" providerId="ADAL" clId="{0300DDB3-F1E8-4C72-85CD-A803073A2FB3}" dt="2026-06-25T18:41:03.086" v="584"/>
          <ac:spMkLst>
            <pc:docMk/>
            <pc:sldMk cId="2705507123" sldId="267"/>
            <ac:spMk id="40" creationId="{88B14B9D-8312-F399-4F04-F7A8B926E10F}"/>
          </ac:spMkLst>
        </pc:spChg>
        <pc:spChg chg="mod">
          <ac:chgData name="Schreyer, Vincent" userId="02845792-f48a-4ca6-95b8-e54179469cd6" providerId="ADAL" clId="{0300DDB3-F1E8-4C72-85CD-A803073A2FB3}" dt="2026-06-25T18:41:03.086" v="584"/>
          <ac:spMkLst>
            <pc:docMk/>
            <pc:sldMk cId="2705507123" sldId="267"/>
            <ac:spMk id="42" creationId="{EDC63590-003B-D397-96B3-71B4406788BD}"/>
          </ac:spMkLst>
        </pc:spChg>
        <pc:spChg chg="mod">
          <ac:chgData name="Schreyer, Vincent" userId="02845792-f48a-4ca6-95b8-e54179469cd6" providerId="ADAL" clId="{0300DDB3-F1E8-4C72-85CD-A803073A2FB3}" dt="2026-06-25T18:41:03.086" v="584"/>
          <ac:spMkLst>
            <pc:docMk/>
            <pc:sldMk cId="2705507123" sldId="267"/>
            <ac:spMk id="43" creationId="{4ED68A08-0240-EF13-5D30-7C8866205967}"/>
          </ac:spMkLst>
        </pc:spChg>
        <pc:spChg chg="mod">
          <ac:chgData name="Schreyer, Vincent" userId="02845792-f48a-4ca6-95b8-e54179469cd6" providerId="ADAL" clId="{0300DDB3-F1E8-4C72-85CD-A803073A2FB3}" dt="2026-06-25T20:33:13.811" v="1130" actId="165"/>
          <ac:spMkLst>
            <pc:docMk/>
            <pc:sldMk cId="2705507123" sldId="267"/>
            <ac:spMk id="45" creationId="{53667759-EC2C-125A-E9C0-FD305F8BA67F}"/>
          </ac:spMkLst>
        </pc:spChg>
        <pc:spChg chg="mod">
          <ac:chgData name="Schreyer, Vincent" userId="02845792-f48a-4ca6-95b8-e54179469cd6" providerId="ADAL" clId="{0300DDB3-F1E8-4C72-85CD-A803073A2FB3}" dt="2026-06-25T18:47:50.922" v="613" actId="14826"/>
          <ac:spMkLst>
            <pc:docMk/>
            <pc:sldMk cId="2705507123" sldId="267"/>
            <ac:spMk id="47" creationId="{14055792-8463-9D9D-CADE-8187EA876B65}"/>
          </ac:spMkLst>
        </pc:spChg>
        <pc:spChg chg="mod">
          <ac:chgData name="Schreyer, Vincent" userId="02845792-f48a-4ca6-95b8-e54179469cd6" providerId="ADAL" clId="{0300DDB3-F1E8-4C72-85CD-A803073A2FB3}" dt="2026-06-25T18:47:50.922" v="613" actId="14826"/>
          <ac:spMkLst>
            <pc:docMk/>
            <pc:sldMk cId="2705507123" sldId="267"/>
            <ac:spMk id="48" creationId="{AE4B1830-6DDA-4202-E452-7DB2ACD00845}"/>
          </ac:spMkLst>
        </pc:spChg>
        <pc:spChg chg="mod">
          <ac:chgData name="Schreyer, Vincent" userId="02845792-f48a-4ca6-95b8-e54179469cd6" providerId="ADAL" clId="{0300DDB3-F1E8-4C72-85CD-A803073A2FB3}" dt="2026-06-25T20:33:19.555" v="1131" actId="164"/>
          <ac:spMkLst>
            <pc:docMk/>
            <pc:sldMk cId="2705507123" sldId="267"/>
            <ac:spMk id="50" creationId="{B87D515C-6A0C-8F39-C08A-E9E8A4FA453E}"/>
          </ac:spMkLst>
        </pc:spChg>
        <pc:spChg chg="mod">
          <ac:chgData name="Schreyer, Vincent" userId="02845792-f48a-4ca6-95b8-e54179469cd6" providerId="ADAL" clId="{0300DDB3-F1E8-4C72-85CD-A803073A2FB3}" dt="2026-06-25T20:33:19.555" v="1131" actId="164"/>
          <ac:spMkLst>
            <pc:docMk/>
            <pc:sldMk cId="2705507123" sldId="267"/>
            <ac:spMk id="52" creationId="{29135280-D3A2-17B4-8EB8-891C1D5DA566}"/>
          </ac:spMkLst>
        </pc:spChg>
        <pc:spChg chg="mod topLvl">
          <ac:chgData name="Schreyer, Vincent" userId="02845792-f48a-4ca6-95b8-e54179469cd6" providerId="ADAL" clId="{0300DDB3-F1E8-4C72-85CD-A803073A2FB3}" dt="2026-06-25T20:33:19.555" v="1131" actId="164"/>
          <ac:spMkLst>
            <pc:docMk/>
            <pc:sldMk cId="2705507123" sldId="267"/>
            <ac:spMk id="53" creationId="{DD681798-3519-8B96-F494-C8BD8851FEF1}"/>
          </ac:spMkLst>
        </pc:spChg>
        <pc:spChg chg="mod topLvl">
          <ac:chgData name="Schreyer, Vincent" userId="02845792-f48a-4ca6-95b8-e54179469cd6" providerId="ADAL" clId="{0300DDB3-F1E8-4C72-85CD-A803073A2FB3}" dt="2026-06-25T20:33:19.555" v="1131" actId="164"/>
          <ac:spMkLst>
            <pc:docMk/>
            <pc:sldMk cId="2705507123" sldId="267"/>
            <ac:spMk id="55" creationId="{6C63F776-9EC4-7A56-D8F6-614F20429894}"/>
          </ac:spMkLst>
        </pc:spChg>
        <pc:spChg chg="mod">
          <ac:chgData name="Schreyer, Vincent" userId="02845792-f48a-4ca6-95b8-e54179469cd6" providerId="ADAL" clId="{0300DDB3-F1E8-4C72-85CD-A803073A2FB3}" dt="2026-06-25T18:48:49.774" v="614" actId="14826"/>
          <ac:spMkLst>
            <pc:docMk/>
            <pc:sldMk cId="2705507123" sldId="267"/>
            <ac:spMk id="56" creationId="{8EE1AC10-681D-2454-2FAA-2F65F48AD2AA}"/>
          </ac:spMkLst>
        </pc:spChg>
        <pc:spChg chg="mod">
          <ac:chgData name="Schreyer, Vincent" userId="02845792-f48a-4ca6-95b8-e54179469cd6" providerId="ADAL" clId="{0300DDB3-F1E8-4C72-85CD-A803073A2FB3}" dt="2026-06-25T20:33:19.555" v="1131" actId="164"/>
          <ac:spMkLst>
            <pc:docMk/>
            <pc:sldMk cId="2705507123" sldId="267"/>
            <ac:spMk id="57" creationId="{4F389C38-DF86-24EE-424C-0ACE2E82DB1D}"/>
          </ac:spMkLst>
        </pc:spChg>
        <pc:spChg chg="mod topLvl">
          <ac:chgData name="Schreyer, Vincent" userId="02845792-f48a-4ca6-95b8-e54179469cd6" providerId="ADAL" clId="{0300DDB3-F1E8-4C72-85CD-A803073A2FB3}" dt="2026-06-25T20:33:19.555" v="1131" actId="164"/>
          <ac:spMkLst>
            <pc:docMk/>
            <pc:sldMk cId="2705507123" sldId="267"/>
            <ac:spMk id="59" creationId="{AA0B61B4-2CFE-47E6-0234-1462A3998A9E}"/>
          </ac:spMkLst>
        </pc:spChg>
        <pc:spChg chg="mod">
          <ac:chgData name="Schreyer, Vincent" userId="02845792-f48a-4ca6-95b8-e54179469cd6" providerId="ADAL" clId="{0300DDB3-F1E8-4C72-85CD-A803073A2FB3}" dt="2026-06-25T20:33:13.811" v="1130" actId="165"/>
          <ac:spMkLst>
            <pc:docMk/>
            <pc:sldMk cId="2705507123" sldId="267"/>
            <ac:spMk id="61" creationId="{008CFC41-29D1-B213-77E2-0B577D5966DE}"/>
          </ac:spMkLst>
        </pc:spChg>
        <pc:spChg chg="mod">
          <ac:chgData name="Schreyer, Vincent" userId="02845792-f48a-4ca6-95b8-e54179469cd6" providerId="ADAL" clId="{0300DDB3-F1E8-4C72-85CD-A803073A2FB3}" dt="2026-06-25T18:48:49.774" v="614" actId="14826"/>
          <ac:spMkLst>
            <pc:docMk/>
            <pc:sldMk cId="2705507123" sldId="267"/>
            <ac:spMk id="62" creationId="{C741376E-E97D-C359-6AB3-162C8766A3A7}"/>
          </ac:spMkLst>
        </pc:spChg>
        <pc:spChg chg="mod">
          <ac:chgData name="Schreyer, Vincent" userId="02845792-f48a-4ca6-95b8-e54179469cd6" providerId="ADAL" clId="{0300DDB3-F1E8-4C72-85CD-A803073A2FB3}" dt="2026-06-25T20:33:19.555" v="1131" actId="164"/>
          <ac:spMkLst>
            <pc:docMk/>
            <pc:sldMk cId="2705507123" sldId="267"/>
            <ac:spMk id="63" creationId="{C257C5B0-2F76-1B1E-0EB4-861CDDF92803}"/>
          </ac:spMkLst>
        </pc:spChg>
        <pc:spChg chg="mod">
          <ac:chgData name="Schreyer, Vincent" userId="02845792-f48a-4ca6-95b8-e54179469cd6" providerId="ADAL" clId="{0300DDB3-F1E8-4C72-85CD-A803073A2FB3}" dt="2026-06-25T20:33:19.555" v="1131" actId="164"/>
          <ac:spMkLst>
            <pc:docMk/>
            <pc:sldMk cId="2705507123" sldId="267"/>
            <ac:spMk id="65" creationId="{54FD8EA9-DD0B-A03A-4FB2-7B41590AE310}"/>
          </ac:spMkLst>
        </pc:spChg>
        <pc:spChg chg="mod">
          <ac:chgData name="Schreyer, Vincent" userId="02845792-f48a-4ca6-95b8-e54179469cd6" providerId="ADAL" clId="{0300DDB3-F1E8-4C72-85CD-A803073A2FB3}" dt="2026-06-25T20:33:13.811" v="1130" actId="165"/>
          <ac:spMkLst>
            <pc:docMk/>
            <pc:sldMk cId="2705507123" sldId="267"/>
            <ac:spMk id="70" creationId="{5A590E66-8A01-EF00-31E8-15DF17A4D0C2}"/>
          </ac:spMkLst>
        </pc:spChg>
        <pc:spChg chg="mod">
          <ac:chgData name="Schreyer, Vincent" userId="02845792-f48a-4ca6-95b8-e54179469cd6" providerId="ADAL" clId="{0300DDB3-F1E8-4C72-85CD-A803073A2FB3}" dt="2026-06-25T18:49:42.033" v="616" actId="164"/>
          <ac:spMkLst>
            <pc:docMk/>
            <pc:sldMk cId="2705507123" sldId="267"/>
            <ac:spMk id="75" creationId="{3938F9FA-D996-CDBD-2843-592A81C81F21}"/>
          </ac:spMkLst>
        </pc:spChg>
        <pc:spChg chg="mod">
          <ac:chgData name="Schreyer, Vincent" userId="02845792-f48a-4ca6-95b8-e54179469cd6" providerId="ADAL" clId="{0300DDB3-F1E8-4C72-85CD-A803073A2FB3}" dt="2026-06-25T18:49:25.870" v="615" actId="14826"/>
          <ac:spMkLst>
            <pc:docMk/>
            <pc:sldMk cId="2705507123" sldId="267"/>
            <ac:spMk id="77" creationId="{6E21517E-DE4D-B470-29D0-65E7E670E18E}"/>
          </ac:spMkLst>
        </pc:spChg>
        <pc:spChg chg="mod">
          <ac:chgData name="Schreyer, Vincent" userId="02845792-f48a-4ca6-95b8-e54179469cd6" providerId="ADAL" clId="{0300DDB3-F1E8-4C72-85CD-A803073A2FB3}" dt="2026-06-25T18:49:25.870" v="615" actId="14826"/>
          <ac:spMkLst>
            <pc:docMk/>
            <pc:sldMk cId="2705507123" sldId="267"/>
            <ac:spMk id="78" creationId="{88F0F9E6-F4C4-23AA-590B-4BC0008C1CE2}"/>
          </ac:spMkLst>
        </pc:spChg>
        <pc:spChg chg="add del mod">
          <ac:chgData name="Schreyer, Vincent" userId="02845792-f48a-4ca6-95b8-e54179469cd6" providerId="ADAL" clId="{0300DDB3-F1E8-4C72-85CD-A803073A2FB3}" dt="2026-06-25T20:48:27.888" v="1181" actId="20577"/>
          <ac:spMkLst>
            <pc:docMk/>
            <pc:sldMk cId="2705507123" sldId="267"/>
            <ac:spMk id="80" creationId="{43AA24D6-6095-F600-EE57-9868F4903D68}"/>
          </ac:spMkLst>
        </pc:spChg>
        <pc:grpChg chg="add mod">
          <ac:chgData name="Schreyer, Vincent" userId="02845792-f48a-4ca6-95b8-e54179469cd6" providerId="ADAL" clId="{0300DDB3-F1E8-4C72-85CD-A803073A2FB3}" dt="2026-06-25T18:45:26.086" v="609" actId="14826"/>
          <ac:grpSpMkLst>
            <pc:docMk/>
            <pc:sldMk cId="2705507123" sldId="267"/>
            <ac:grpSpMk id="7" creationId="{5E20E252-916D-7D59-10FA-AA33665BDE52}"/>
          </ac:grpSpMkLst>
        </pc:grpChg>
        <pc:grpChg chg="mod">
          <ac:chgData name="Schreyer, Vincent" userId="02845792-f48a-4ca6-95b8-e54179469cd6" providerId="ADAL" clId="{0300DDB3-F1E8-4C72-85CD-A803073A2FB3}" dt="2026-06-25T18:41:05.911" v="586" actId="1076"/>
          <ac:grpSpMkLst>
            <pc:docMk/>
            <pc:sldMk cId="2705507123" sldId="267"/>
            <ac:grpSpMk id="27" creationId="{33E18E0C-9F48-3A73-FE0D-C499DD48A69E}"/>
          </ac:grpSpMkLst>
        </pc:grpChg>
        <pc:grpChg chg="add mod">
          <ac:chgData name="Schreyer, Vincent" userId="02845792-f48a-4ca6-95b8-e54179469cd6" providerId="ADAL" clId="{0300DDB3-F1E8-4C72-85CD-A803073A2FB3}" dt="2026-06-25T18:47:06.108" v="612" actId="14826"/>
          <ac:grpSpMkLst>
            <pc:docMk/>
            <pc:sldMk cId="2705507123" sldId="267"/>
            <ac:grpSpMk id="34" creationId="{6CAA2684-EF00-D5E3-73A3-944668BED9D8}"/>
          </ac:grpSpMkLst>
        </pc:grpChg>
        <pc:grpChg chg="add mod">
          <ac:chgData name="Schreyer, Vincent" userId="02845792-f48a-4ca6-95b8-e54179469cd6" providerId="ADAL" clId="{0300DDB3-F1E8-4C72-85CD-A803073A2FB3}" dt="2026-06-25T18:41:03.086" v="584"/>
          <ac:grpSpMkLst>
            <pc:docMk/>
            <pc:sldMk cId="2705507123" sldId="267"/>
            <ac:grpSpMk id="39" creationId="{6570CC34-AC57-3214-4505-C67FFFD71206}"/>
          </ac:grpSpMkLst>
        </pc:grpChg>
        <pc:grpChg chg="add mod">
          <ac:chgData name="Schreyer, Vincent" userId="02845792-f48a-4ca6-95b8-e54179469cd6" providerId="ADAL" clId="{0300DDB3-F1E8-4C72-85CD-A803073A2FB3}" dt="2026-06-25T18:47:50.922" v="613" actId="14826"/>
          <ac:grpSpMkLst>
            <pc:docMk/>
            <pc:sldMk cId="2705507123" sldId="267"/>
            <ac:grpSpMk id="44" creationId="{93BD4994-7E23-9893-0A3B-379C9635026A}"/>
          </ac:grpSpMkLst>
        </pc:grpChg>
        <pc:grpChg chg="add mod">
          <ac:chgData name="Schreyer, Vincent" userId="02845792-f48a-4ca6-95b8-e54179469cd6" providerId="ADAL" clId="{0300DDB3-F1E8-4C72-85CD-A803073A2FB3}" dt="2026-06-25T18:48:49.774" v="614" actId="14826"/>
          <ac:grpSpMkLst>
            <pc:docMk/>
            <pc:sldMk cId="2705507123" sldId="267"/>
            <ac:grpSpMk id="49" creationId="{C3DF230E-0CE1-D090-43F8-3B668F4BC72C}"/>
          </ac:grpSpMkLst>
        </pc:grpChg>
        <pc:grpChg chg="add mod">
          <ac:chgData name="Schreyer, Vincent" userId="02845792-f48a-4ca6-95b8-e54179469cd6" providerId="ADAL" clId="{0300DDB3-F1E8-4C72-85CD-A803073A2FB3}" dt="2026-06-25T18:49:25.870" v="615" actId="14826"/>
          <ac:grpSpMkLst>
            <pc:docMk/>
            <pc:sldMk cId="2705507123" sldId="267"/>
            <ac:grpSpMk id="66" creationId="{38330CC7-D654-DFAD-DA6E-01384A6D7B18}"/>
          </ac:grpSpMkLst>
        </pc:grpChg>
        <pc:grpChg chg="mod">
          <ac:chgData name="Schreyer, Vincent" userId="02845792-f48a-4ca6-95b8-e54179469cd6" providerId="ADAL" clId="{0300DDB3-F1E8-4C72-85CD-A803073A2FB3}" dt="2026-06-25T18:49:55.463" v="617" actId="1076"/>
          <ac:grpSpMkLst>
            <pc:docMk/>
            <pc:sldMk cId="2705507123" sldId="267"/>
            <ac:grpSpMk id="79" creationId="{370A5AF5-A7BF-669E-C471-4B51CFD9B76A}"/>
          </ac:grpSpMkLst>
        </pc:grpChg>
        <pc:grpChg chg="mod">
          <ac:chgData name="Schreyer, Vincent" userId="02845792-f48a-4ca6-95b8-e54179469cd6" providerId="ADAL" clId="{0300DDB3-F1E8-4C72-85CD-A803073A2FB3}" dt="2026-06-25T20:33:29.794" v="1132" actId="1076"/>
          <ac:grpSpMkLst>
            <pc:docMk/>
            <pc:sldMk cId="2705507123" sldId="267"/>
            <ac:grpSpMk id="81" creationId="{02CEAC1E-9D12-099D-0CEA-1E023F3D886F}"/>
          </ac:grpSpMkLst>
        </pc:grpChg>
        <pc:picChg chg="add mod">
          <ac:chgData name="Schreyer, Vincent" userId="02845792-f48a-4ca6-95b8-e54179469cd6" providerId="ADAL" clId="{0300DDB3-F1E8-4C72-85CD-A803073A2FB3}" dt="2026-06-25T18:45:26.086" v="609" actId="14826"/>
          <ac:picMkLst>
            <pc:docMk/>
            <pc:sldMk cId="2705507123" sldId="267"/>
            <ac:picMk id="4" creationId="{83126E1A-164A-403F-5E9D-F1B36BAFFEBC}"/>
          </ac:picMkLst>
        </pc:picChg>
        <pc:picChg chg="add del mod">
          <ac:chgData name="Schreyer, Vincent" userId="02845792-f48a-4ca6-95b8-e54179469cd6" providerId="ADAL" clId="{0300DDB3-F1E8-4C72-85CD-A803073A2FB3}" dt="2026-06-25T18:39:32.639" v="564" actId="478"/>
          <ac:picMkLst>
            <pc:docMk/>
            <pc:sldMk cId="2705507123" sldId="267"/>
            <ac:picMk id="9" creationId="{406EA11C-C703-2E25-FCAA-1D6069BA1B4B}"/>
          </ac:picMkLst>
        </pc:picChg>
        <pc:picChg chg="add mod">
          <ac:chgData name="Schreyer, Vincent" userId="02845792-f48a-4ca6-95b8-e54179469cd6" providerId="ADAL" clId="{0300DDB3-F1E8-4C72-85CD-A803073A2FB3}" dt="2026-06-25T18:37:09.358" v="549"/>
          <ac:picMkLst>
            <pc:docMk/>
            <pc:sldMk cId="2705507123" sldId="267"/>
            <ac:picMk id="13" creationId="{D1B2AFF5-BDFC-8D5F-948E-4991D07611E6}"/>
          </ac:picMkLst>
        </pc:picChg>
        <pc:picChg chg="add mod">
          <ac:chgData name="Schreyer, Vincent" userId="02845792-f48a-4ca6-95b8-e54179469cd6" providerId="ADAL" clId="{0300DDB3-F1E8-4C72-85CD-A803073A2FB3}" dt="2026-06-25T18:38:49.583" v="556" actId="1076"/>
          <ac:picMkLst>
            <pc:docMk/>
            <pc:sldMk cId="2705507123" sldId="267"/>
            <ac:picMk id="17" creationId="{EDB49874-6FFB-3558-B8E2-3DEA96187FB7}"/>
          </ac:picMkLst>
        </pc:picChg>
        <pc:picChg chg="mod">
          <ac:chgData name="Schreyer, Vincent" userId="02845792-f48a-4ca6-95b8-e54179469cd6" providerId="ADAL" clId="{0300DDB3-F1E8-4C72-85CD-A803073A2FB3}" dt="2026-06-25T18:47:06.108" v="612" actId="14826"/>
          <ac:picMkLst>
            <pc:docMk/>
            <pc:sldMk cId="2705507123" sldId="267"/>
            <ac:picMk id="36" creationId="{B5162711-D406-3138-1FA3-4FCDF68AFCD4}"/>
          </ac:picMkLst>
        </pc:picChg>
        <pc:picChg chg="mod">
          <ac:chgData name="Schreyer, Vincent" userId="02845792-f48a-4ca6-95b8-e54179469cd6" providerId="ADAL" clId="{0300DDB3-F1E8-4C72-85CD-A803073A2FB3}" dt="2026-06-25T18:41:03.086" v="584"/>
          <ac:picMkLst>
            <pc:docMk/>
            <pc:sldMk cId="2705507123" sldId="267"/>
            <ac:picMk id="41" creationId="{5B18DB0E-F045-48C0-EE84-A0CDDD87E44D}"/>
          </ac:picMkLst>
        </pc:picChg>
        <pc:picChg chg="mod">
          <ac:chgData name="Schreyer, Vincent" userId="02845792-f48a-4ca6-95b8-e54179469cd6" providerId="ADAL" clId="{0300DDB3-F1E8-4C72-85CD-A803073A2FB3}" dt="2026-06-25T18:47:50.922" v="613" actId="14826"/>
          <ac:picMkLst>
            <pc:docMk/>
            <pc:sldMk cId="2705507123" sldId="267"/>
            <ac:picMk id="46" creationId="{BFDAA45F-83B4-A813-6AF0-A8EDA3136ECC}"/>
          </ac:picMkLst>
        </pc:picChg>
        <pc:picChg chg="mod">
          <ac:chgData name="Schreyer, Vincent" userId="02845792-f48a-4ca6-95b8-e54179469cd6" providerId="ADAL" clId="{0300DDB3-F1E8-4C72-85CD-A803073A2FB3}" dt="2026-06-25T20:33:19.555" v="1131" actId="164"/>
          <ac:picMkLst>
            <pc:docMk/>
            <pc:sldMk cId="2705507123" sldId="267"/>
            <ac:picMk id="51" creationId="{288C4136-A261-80E2-1796-4A697636C7F9}"/>
          </ac:picMkLst>
        </pc:picChg>
        <pc:picChg chg="mod">
          <ac:chgData name="Schreyer, Vincent" userId="02845792-f48a-4ca6-95b8-e54179469cd6" providerId="ADAL" clId="{0300DDB3-F1E8-4C72-85CD-A803073A2FB3}" dt="2026-06-25T20:33:19.555" v="1131" actId="164"/>
          <ac:picMkLst>
            <pc:docMk/>
            <pc:sldMk cId="2705507123" sldId="267"/>
            <ac:picMk id="54" creationId="{4F6C0CD4-EC08-BB0D-5B5B-5C967F7868DD}"/>
          </ac:picMkLst>
        </pc:picChg>
        <pc:picChg chg="mod">
          <ac:chgData name="Schreyer, Vincent" userId="02845792-f48a-4ca6-95b8-e54179469cd6" providerId="ADAL" clId="{0300DDB3-F1E8-4C72-85CD-A803073A2FB3}" dt="2026-06-25T18:48:49.774" v="614" actId="14826"/>
          <ac:picMkLst>
            <pc:docMk/>
            <pc:sldMk cId="2705507123" sldId="267"/>
            <ac:picMk id="60" creationId="{3C5A5E43-D4C9-4FCE-5A69-2350D0011B10}"/>
          </ac:picMkLst>
        </pc:picChg>
        <pc:picChg chg="mod">
          <ac:chgData name="Schreyer, Vincent" userId="02845792-f48a-4ca6-95b8-e54179469cd6" providerId="ADAL" clId="{0300DDB3-F1E8-4C72-85CD-A803073A2FB3}" dt="2026-06-25T20:11:46.009" v="1051" actId="1076"/>
          <ac:picMkLst>
            <pc:docMk/>
            <pc:sldMk cId="2705507123" sldId="267"/>
            <ac:picMk id="68" creationId="{B444E9E0-AF5B-8BAE-3E29-BA4E3156C5F2}"/>
          </ac:picMkLst>
        </pc:picChg>
        <pc:picChg chg="mod">
          <ac:chgData name="Schreyer, Vincent" userId="02845792-f48a-4ca6-95b8-e54179469cd6" providerId="ADAL" clId="{0300DDB3-F1E8-4C72-85CD-A803073A2FB3}" dt="2026-06-25T18:49:25.870" v="615" actId="14826"/>
          <ac:picMkLst>
            <pc:docMk/>
            <pc:sldMk cId="2705507123" sldId="267"/>
            <ac:picMk id="73" creationId="{126F4D9E-AF79-78F1-3BA2-BE3E4F2B88FB}"/>
          </ac:picMkLst>
        </pc:picChg>
      </pc:sldChg>
      <pc:sldChg chg="addSp delSp modSp add del mod">
        <pc:chgData name="Schreyer, Vincent" userId="02845792-f48a-4ca6-95b8-e54179469cd6" providerId="ADAL" clId="{0300DDB3-F1E8-4C72-85CD-A803073A2FB3}" dt="2026-06-25T21:32:31.226" v="1353" actId="2696"/>
        <pc:sldMkLst>
          <pc:docMk/>
          <pc:sldMk cId="1793928313" sldId="268"/>
        </pc:sldMkLst>
        <pc:spChg chg="mod">
          <ac:chgData name="Schreyer, Vincent" userId="02845792-f48a-4ca6-95b8-e54179469cd6" providerId="ADAL" clId="{0300DDB3-F1E8-4C72-85CD-A803073A2FB3}" dt="2026-06-25T20:21:31.957" v="1084" actId="1076"/>
          <ac:spMkLst>
            <pc:docMk/>
            <pc:sldMk cId="1793928313" sldId="268"/>
            <ac:spMk id="2" creationId="{CBDBC883-759A-8457-F45A-EF78287148C6}"/>
          </ac:spMkLst>
        </pc:spChg>
        <pc:spChg chg="mod">
          <ac:chgData name="Schreyer, Vincent" userId="02845792-f48a-4ca6-95b8-e54179469cd6" providerId="ADAL" clId="{0300DDB3-F1E8-4C72-85CD-A803073A2FB3}" dt="2026-06-25T18:55:22.121" v="644" actId="165"/>
          <ac:spMkLst>
            <pc:docMk/>
            <pc:sldMk cId="1793928313" sldId="268"/>
            <ac:spMk id="6" creationId="{352DF880-995B-682A-66A8-238B958600D2}"/>
          </ac:spMkLst>
        </pc:spChg>
        <pc:spChg chg="add mod">
          <ac:chgData name="Schreyer, Vincent" userId="02845792-f48a-4ca6-95b8-e54179469cd6" providerId="ADAL" clId="{0300DDB3-F1E8-4C72-85CD-A803073A2FB3}" dt="2026-06-25T18:59:21.606" v="665" actId="14100"/>
          <ac:spMkLst>
            <pc:docMk/>
            <pc:sldMk cId="1793928313" sldId="268"/>
            <ac:spMk id="9" creationId="{5F5BD705-1BBE-B8A8-309C-37E7D700111F}"/>
          </ac:spMkLst>
        </pc:spChg>
        <pc:spChg chg="add del mod">
          <ac:chgData name="Schreyer, Vincent" userId="02845792-f48a-4ca6-95b8-e54179469cd6" providerId="ADAL" clId="{0300DDB3-F1E8-4C72-85CD-A803073A2FB3}" dt="2026-06-25T19:06:51.330" v="721" actId="14100"/>
          <ac:spMkLst>
            <pc:docMk/>
            <pc:sldMk cId="1793928313" sldId="268"/>
            <ac:spMk id="11" creationId="{0D0A2B7E-FABD-1A99-4A06-7829A48B6D38}"/>
          </ac:spMkLst>
        </pc:spChg>
        <pc:spChg chg="add del mod">
          <ac:chgData name="Schreyer, Vincent" userId="02845792-f48a-4ca6-95b8-e54179469cd6" providerId="ADAL" clId="{0300DDB3-F1E8-4C72-85CD-A803073A2FB3}" dt="2026-06-25T19:05:58.555" v="695" actId="478"/>
          <ac:spMkLst>
            <pc:docMk/>
            <pc:sldMk cId="1793928313" sldId="268"/>
            <ac:spMk id="12" creationId="{AA351779-026A-68F5-E2CB-CA85AAE664A6}"/>
          </ac:spMkLst>
        </pc:spChg>
        <pc:spChg chg="add mod">
          <ac:chgData name="Schreyer, Vincent" userId="02845792-f48a-4ca6-95b8-e54179469cd6" providerId="ADAL" clId="{0300DDB3-F1E8-4C72-85CD-A803073A2FB3}" dt="2026-06-25T20:42:01.440" v="1166" actId="404"/>
          <ac:spMkLst>
            <pc:docMk/>
            <pc:sldMk cId="1793928313" sldId="268"/>
            <ac:spMk id="14" creationId="{5BE88752-110D-464B-644B-D2C50F446364}"/>
          </ac:spMkLst>
        </pc:spChg>
        <pc:spChg chg="add mod">
          <ac:chgData name="Schreyer, Vincent" userId="02845792-f48a-4ca6-95b8-e54179469cd6" providerId="ADAL" clId="{0300DDB3-F1E8-4C72-85CD-A803073A2FB3}" dt="2026-06-25T20:49:02.727" v="1187" actId="207"/>
          <ac:spMkLst>
            <pc:docMk/>
            <pc:sldMk cId="1793928313" sldId="268"/>
            <ac:spMk id="15" creationId="{5A0BEBA7-5F1A-0CB6-64BE-CCC018F8B85E}"/>
          </ac:spMkLst>
        </pc:spChg>
        <pc:spChg chg="add del">
          <ac:chgData name="Schreyer, Vincent" userId="02845792-f48a-4ca6-95b8-e54179469cd6" providerId="ADAL" clId="{0300DDB3-F1E8-4C72-85CD-A803073A2FB3}" dt="2026-06-25T21:26:07.067" v="1212" actId="11529"/>
          <ac:spMkLst>
            <pc:docMk/>
            <pc:sldMk cId="1793928313" sldId="268"/>
            <ac:spMk id="16" creationId="{57786228-614B-CDA3-2004-E5A3CE190FC2}"/>
          </ac:spMkLst>
        </pc:spChg>
        <pc:spChg chg="del">
          <ac:chgData name="Schreyer, Vincent" userId="02845792-f48a-4ca6-95b8-e54179469cd6" providerId="ADAL" clId="{0300DDB3-F1E8-4C72-85CD-A803073A2FB3}" dt="2026-06-25T20:30:52.891" v="1118" actId="478"/>
          <ac:spMkLst>
            <pc:docMk/>
            <pc:sldMk cId="1793928313" sldId="268"/>
            <ac:spMk id="19" creationId="{6FA626A6-4253-97FA-3CC9-9DC085A430D3}"/>
          </ac:spMkLst>
        </pc:spChg>
        <pc:spChg chg="mod">
          <ac:chgData name="Schreyer, Vincent" userId="02845792-f48a-4ca6-95b8-e54179469cd6" providerId="ADAL" clId="{0300DDB3-F1E8-4C72-85CD-A803073A2FB3}" dt="2026-06-25T18:56:22.241" v="653" actId="14100"/>
          <ac:spMkLst>
            <pc:docMk/>
            <pc:sldMk cId="1793928313" sldId="268"/>
            <ac:spMk id="22" creationId="{6F48D57D-AF47-8BE7-24CA-DB843625B662}"/>
          </ac:spMkLst>
        </pc:spChg>
        <pc:spChg chg="mod">
          <ac:chgData name="Schreyer, Vincent" userId="02845792-f48a-4ca6-95b8-e54179469cd6" providerId="ADAL" clId="{0300DDB3-F1E8-4C72-85CD-A803073A2FB3}" dt="2026-06-25T18:57:11.692" v="656" actId="14100"/>
          <ac:spMkLst>
            <pc:docMk/>
            <pc:sldMk cId="1793928313" sldId="268"/>
            <ac:spMk id="23" creationId="{691580FA-26F5-14BB-6921-39AC6F7A55A7}"/>
          </ac:spMkLst>
        </pc:spChg>
        <pc:spChg chg="mod">
          <ac:chgData name="Schreyer, Vincent" userId="02845792-f48a-4ca6-95b8-e54179469cd6" providerId="ADAL" clId="{0300DDB3-F1E8-4C72-85CD-A803073A2FB3}" dt="2026-06-25T18:54:29.242" v="637" actId="20577"/>
          <ac:spMkLst>
            <pc:docMk/>
            <pc:sldMk cId="1793928313" sldId="268"/>
            <ac:spMk id="25" creationId="{5F4BA68C-BA30-456A-7EA6-A70C2958CA2C}"/>
          </ac:spMkLst>
        </pc:spChg>
        <pc:spChg chg="mod">
          <ac:chgData name="Schreyer, Vincent" userId="02845792-f48a-4ca6-95b8-e54179469cd6" providerId="ADAL" clId="{0300DDB3-F1E8-4C72-85CD-A803073A2FB3}" dt="2026-06-25T18:59:58.359" v="668" actId="113"/>
          <ac:spMkLst>
            <pc:docMk/>
            <pc:sldMk cId="1793928313" sldId="268"/>
            <ac:spMk id="26" creationId="{FC53B13F-8AB1-562E-3FB9-A346D7021708}"/>
          </ac:spMkLst>
        </pc:spChg>
        <pc:spChg chg="mod">
          <ac:chgData name="Schreyer, Vincent" userId="02845792-f48a-4ca6-95b8-e54179469cd6" providerId="ADAL" clId="{0300DDB3-F1E8-4C72-85CD-A803073A2FB3}" dt="2026-06-25T19:04:21.457" v="678" actId="14100"/>
          <ac:spMkLst>
            <pc:docMk/>
            <pc:sldMk cId="1793928313" sldId="268"/>
            <ac:spMk id="28" creationId="{C76D0AAA-4DFC-4D5B-77D0-335E08BB9C80}"/>
          </ac:spMkLst>
        </pc:spChg>
        <pc:spChg chg="mod">
          <ac:chgData name="Schreyer, Vincent" userId="02845792-f48a-4ca6-95b8-e54179469cd6" providerId="ADAL" clId="{0300DDB3-F1E8-4C72-85CD-A803073A2FB3}" dt="2026-06-25T19:04:36.009" v="679" actId="14100"/>
          <ac:spMkLst>
            <pc:docMk/>
            <pc:sldMk cId="1793928313" sldId="268"/>
            <ac:spMk id="29" creationId="{CD9898E3-BB81-6EF3-768A-49C993843E00}"/>
          </ac:spMkLst>
        </pc:spChg>
        <pc:spChg chg="mod">
          <ac:chgData name="Schreyer, Vincent" userId="02845792-f48a-4ca6-95b8-e54179469cd6" providerId="ADAL" clId="{0300DDB3-F1E8-4C72-85CD-A803073A2FB3}" dt="2026-06-25T19:00:53.461" v="671" actId="14826"/>
          <ac:spMkLst>
            <pc:docMk/>
            <pc:sldMk cId="1793928313" sldId="268"/>
            <ac:spMk id="31" creationId="{EB41AF32-B7B2-286C-F243-5B1C673AB879}"/>
          </ac:spMkLst>
        </pc:spChg>
        <pc:spChg chg="mod">
          <ac:chgData name="Schreyer, Vincent" userId="02845792-f48a-4ca6-95b8-e54179469cd6" providerId="ADAL" clId="{0300DDB3-F1E8-4C72-85CD-A803073A2FB3}" dt="2026-06-25T18:55:22.121" v="644" actId="165"/>
          <ac:spMkLst>
            <pc:docMk/>
            <pc:sldMk cId="1793928313" sldId="268"/>
            <ac:spMk id="35" creationId="{743A71E2-AF52-23C5-26C0-880B251D9A16}"/>
          </ac:spMkLst>
        </pc:spChg>
        <pc:spChg chg="mod">
          <ac:chgData name="Schreyer, Vincent" userId="02845792-f48a-4ca6-95b8-e54179469cd6" providerId="ADAL" clId="{0300DDB3-F1E8-4C72-85CD-A803073A2FB3}" dt="2026-06-25T18:55:22.121" v="644" actId="165"/>
          <ac:spMkLst>
            <pc:docMk/>
            <pc:sldMk cId="1793928313" sldId="268"/>
            <ac:spMk id="37" creationId="{AE74652E-C192-F866-9CD2-7EDF997F1107}"/>
          </ac:spMkLst>
        </pc:spChg>
        <pc:spChg chg="mod">
          <ac:chgData name="Schreyer, Vincent" userId="02845792-f48a-4ca6-95b8-e54179469cd6" providerId="ADAL" clId="{0300DDB3-F1E8-4C72-85CD-A803073A2FB3}" dt="2026-06-25T18:55:22.121" v="644" actId="165"/>
          <ac:spMkLst>
            <pc:docMk/>
            <pc:sldMk cId="1793928313" sldId="268"/>
            <ac:spMk id="38" creationId="{907FBED4-2B30-86DF-BA3E-9E5A3FF00749}"/>
          </ac:spMkLst>
        </pc:spChg>
        <pc:spChg chg="del">
          <ac:chgData name="Schreyer, Vincent" userId="02845792-f48a-4ca6-95b8-e54179469cd6" providerId="ADAL" clId="{0300DDB3-F1E8-4C72-85CD-A803073A2FB3}" dt="2026-06-25T18:55:25.269" v="645" actId="478"/>
          <ac:spMkLst>
            <pc:docMk/>
            <pc:sldMk cId="1793928313" sldId="268"/>
            <ac:spMk id="50" creationId="{A1FAD496-C282-7147-CF67-F952E726965A}"/>
          </ac:spMkLst>
        </pc:spChg>
        <pc:spChg chg="del mod topLvl">
          <ac:chgData name="Schreyer, Vincent" userId="02845792-f48a-4ca6-95b8-e54179469cd6" providerId="ADAL" clId="{0300DDB3-F1E8-4C72-85CD-A803073A2FB3}" dt="2026-06-25T18:55:25.269" v="645" actId="478"/>
          <ac:spMkLst>
            <pc:docMk/>
            <pc:sldMk cId="1793928313" sldId="268"/>
            <ac:spMk id="52" creationId="{1189967B-1046-C7BD-F92F-30A031B93F3F}"/>
          </ac:spMkLst>
        </pc:spChg>
        <pc:spChg chg="del mod topLvl">
          <ac:chgData name="Schreyer, Vincent" userId="02845792-f48a-4ca6-95b8-e54179469cd6" providerId="ADAL" clId="{0300DDB3-F1E8-4C72-85CD-A803073A2FB3}" dt="2026-06-25T18:55:25.269" v="645" actId="478"/>
          <ac:spMkLst>
            <pc:docMk/>
            <pc:sldMk cId="1793928313" sldId="268"/>
            <ac:spMk id="53" creationId="{3D57F0BE-0BA6-AA32-7DE7-936EB08A764C}"/>
          </ac:spMkLst>
        </pc:spChg>
        <pc:spChg chg="del">
          <ac:chgData name="Schreyer, Vincent" userId="02845792-f48a-4ca6-95b8-e54179469cd6" providerId="ADAL" clId="{0300DDB3-F1E8-4C72-85CD-A803073A2FB3}" dt="2026-06-25T18:55:25.269" v="645" actId="478"/>
          <ac:spMkLst>
            <pc:docMk/>
            <pc:sldMk cId="1793928313" sldId="268"/>
            <ac:spMk id="55" creationId="{91B2C109-75DF-A8AA-0028-206B422F0847}"/>
          </ac:spMkLst>
        </pc:spChg>
        <pc:spChg chg="mod">
          <ac:chgData name="Schreyer, Vincent" userId="02845792-f48a-4ca6-95b8-e54179469cd6" providerId="ADAL" clId="{0300DDB3-F1E8-4C72-85CD-A803073A2FB3}" dt="2026-06-25T18:55:22.121" v="644" actId="165"/>
          <ac:spMkLst>
            <pc:docMk/>
            <pc:sldMk cId="1793928313" sldId="268"/>
            <ac:spMk id="56" creationId="{83761034-627A-EA66-ED96-4CCCE14DA5AC}"/>
          </ac:spMkLst>
        </pc:spChg>
        <pc:spChg chg="del">
          <ac:chgData name="Schreyer, Vincent" userId="02845792-f48a-4ca6-95b8-e54179469cd6" providerId="ADAL" clId="{0300DDB3-F1E8-4C72-85CD-A803073A2FB3}" dt="2026-06-25T18:55:25.269" v="645" actId="478"/>
          <ac:spMkLst>
            <pc:docMk/>
            <pc:sldMk cId="1793928313" sldId="268"/>
            <ac:spMk id="57" creationId="{5168BDF5-681D-B7E7-4F35-AC896E39AEE8}"/>
          </ac:spMkLst>
        </pc:spChg>
        <pc:spChg chg="del mod topLvl">
          <ac:chgData name="Schreyer, Vincent" userId="02845792-f48a-4ca6-95b8-e54179469cd6" providerId="ADAL" clId="{0300DDB3-F1E8-4C72-85CD-A803073A2FB3}" dt="2026-06-25T18:55:25.269" v="645" actId="478"/>
          <ac:spMkLst>
            <pc:docMk/>
            <pc:sldMk cId="1793928313" sldId="268"/>
            <ac:spMk id="59" creationId="{9887AED3-C40E-E132-A8AA-8798944DE9A4}"/>
          </ac:spMkLst>
        </pc:spChg>
        <pc:spChg chg="del">
          <ac:chgData name="Schreyer, Vincent" userId="02845792-f48a-4ca6-95b8-e54179469cd6" providerId="ADAL" clId="{0300DDB3-F1E8-4C72-85CD-A803073A2FB3}" dt="2026-06-25T18:55:25.269" v="645" actId="478"/>
          <ac:spMkLst>
            <pc:docMk/>
            <pc:sldMk cId="1793928313" sldId="268"/>
            <ac:spMk id="63" creationId="{EAA21CAD-896B-FB27-07D4-2EB8FD6B6539}"/>
          </ac:spMkLst>
        </pc:spChg>
        <pc:spChg chg="del">
          <ac:chgData name="Schreyer, Vincent" userId="02845792-f48a-4ca6-95b8-e54179469cd6" providerId="ADAL" clId="{0300DDB3-F1E8-4C72-85CD-A803073A2FB3}" dt="2026-06-25T18:55:25.269" v="645" actId="478"/>
          <ac:spMkLst>
            <pc:docMk/>
            <pc:sldMk cId="1793928313" sldId="268"/>
            <ac:spMk id="65" creationId="{0F552D91-D77D-BAA6-E880-61C1060D81B6}"/>
          </ac:spMkLst>
        </pc:spChg>
        <pc:spChg chg="mod">
          <ac:chgData name="Schreyer, Vincent" userId="02845792-f48a-4ca6-95b8-e54179469cd6" providerId="ADAL" clId="{0300DDB3-F1E8-4C72-85CD-A803073A2FB3}" dt="2026-06-25T18:55:22.121" v="644" actId="165"/>
          <ac:spMkLst>
            <pc:docMk/>
            <pc:sldMk cId="1793928313" sldId="268"/>
            <ac:spMk id="77" creationId="{27956BD6-A4A7-A3A7-A863-629BC94F8ECA}"/>
          </ac:spMkLst>
        </pc:spChg>
        <pc:grpChg chg="del">
          <ac:chgData name="Schreyer, Vincent" userId="02845792-f48a-4ca6-95b8-e54179469cd6" providerId="ADAL" clId="{0300DDB3-F1E8-4C72-85CD-A803073A2FB3}" dt="2026-06-25T18:58:05.683" v="657" actId="478"/>
          <ac:grpSpMkLst>
            <pc:docMk/>
            <pc:sldMk cId="1793928313" sldId="268"/>
            <ac:grpSpMk id="7" creationId="{EB44868F-0287-AF88-DD3C-3CA0C58B989D}"/>
          </ac:grpSpMkLst>
        </pc:grpChg>
        <pc:grpChg chg="mod">
          <ac:chgData name="Schreyer, Vincent" userId="02845792-f48a-4ca6-95b8-e54179469cd6" providerId="ADAL" clId="{0300DDB3-F1E8-4C72-85CD-A803073A2FB3}" dt="2026-06-25T19:00:53.461" v="671" actId="14826"/>
          <ac:grpSpMkLst>
            <pc:docMk/>
            <pc:sldMk cId="1793928313" sldId="268"/>
            <ac:grpSpMk id="27" creationId="{1849261D-A116-596D-58EE-2D66421C6E99}"/>
          </ac:grpSpMkLst>
        </pc:grpChg>
        <pc:grpChg chg="del">
          <ac:chgData name="Schreyer, Vincent" userId="02845792-f48a-4ca6-95b8-e54179469cd6" providerId="ADAL" clId="{0300DDB3-F1E8-4C72-85CD-A803073A2FB3}" dt="2026-06-25T18:58:05.683" v="657" actId="478"/>
          <ac:grpSpMkLst>
            <pc:docMk/>
            <pc:sldMk cId="1793928313" sldId="268"/>
            <ac:grpSpMk id="34" creationId="{920F5615-A640-0EBE-C21C-1FEF69528FA7}"/>
          </ac:grpSpMkLst>
        </pc:grpChg>
        <pc:grpChg chg="del">
          <ac:chgData name="Schreyer, Vincent" userId="02845792-f48a-4ca6-95b8-e54179469cd6" providerId="ADAL" clId="{0300DDB3-F1E8-4C72-85CD-A803073A2FB3}" dt="2026-06-25T18:58:05.683" v="657" actId="478"/>
          <ac:grpSpMkLst>
            <pc:docMk/>
            <pc:sldMk cId="1793928313" sldId="268"/>
            <ac:grpSpMk id="44" creationId="{910AF0E7-D3A5-4B79-8596-7E5B2A0CDFC3}"/>
          </ac:grpSpMkLst>
        </pc:grpChg>
        <pc:grpChg chg="del">
          <ac:chgData name="Schreyer, Vincent" userId="02845792-f48a-4ca6-95b8-e54179469cd6" providerId="ADAL" clId="{0300DDB3-F1E8-4C72-85CD-A803073A2FB3}" dt="2026-06-25T18:58:05.683" v="657" actId="478"/>
          <ac:grpSpMkLst>
            <pc:docMk/>
            <pc:sldMk cId="1793928313" sldId="268"/>
            <ac:grpSpMk id="49" creationId="{E44C45B3-22C7-EB00-D6C1-FF49AFF9CFB4}"/>
          </ac:grpSpMkLst>
        </pc:grpChg>
        <pc:grpChg chg="del">
          <ac:chgData name="Schreyer, Vincent" userId="02845792-f48a-4ca6-95b8-e54179469cd6" providerId="ADAL" clId="{0300DDB3-F1E8-4C72-85CD-A803073A2FB3}" dt="2026-06-25T18:58:05.683" v="657" actId="478"/>
          <ac:grpSpMkLst>
            <pc:docMk/>
            <pc:sldMk cId="1793928313" sldId="268"/>
            <ac:grpSpMk id="66" creationId="{BDB65C64-D6D5-2E19-16ED-7C4EB24126EE}"/>
          </ac:grpSpMkLst>
        </pc:grpChg>
        <pc:picChg chg="add mod ord modCrop">
          <ac:chgData name="Schreyer, Vincent" userId="02845792-f48a-4ca6-95b8-e54179469cd6" providerId="ADAL" clId="{0300DDB3-F1E8-4C72-85CD-A803073A2FB3}" dt="2026-06-25T19:01:32.750" v="673" actId="14100"/>
          <ac:picMkLst>
            <pc:docMk/>
            <pc:sldMk cId="1793928313" sldId="268"/>
            <ac:picMk id="8" creationId="{C9069541-C55A-C437-DD1E-C29445ABACFC}"/>
          </ac:picMkLst>
        </pc:picChg>
        <pc:picChg chg="add mod">
          <ac:chgData name="Schreyer, Vincent" userId="02845792-f48a-4ca6-95b8-e54179469cd6" providerId="ADAL" clId="{0300DDB3-F1E8-4C72-85CD-A803073A2FB3}" dt="2026-06-25T20:36:34.462" v="1141" actId="14100"/>
          <ac:picMkLst>
            <pc:docMk/>
            <pc:sldMk cId="1793928313" sldId="268"/>
            <ac:picMk id="10" creationId="{87393B4A-203D-9B04-7F46-07E7405A3004}"/>
          </ac:picMkLst>
        </pc:picChg>
        <pc:picChg chg="add del mod">
          <ac:chgData name="Schreyer, Vincent" userId="02845792-f48a-4ca6-95b8-e54179469cd6" providerId="ADAL" clId="{0300DDB3-F1E8-4C72-85CD-A803073A2FB3}" dt="2026-06-25T19:05:12.552" v="684" actId="478"/>
          <ac:picMkLst>
            <pc:docMk/>
            <pc:sldMk cId="1793928313" sldId="268"/>
            <ac:picMk id="13" creationId="{A156124C-9AC7-6E37-9867-F16DE03EA54F}"/>
          </ac:picMkLst>
        </pc:picChg>
        <pc:picChg chg="mod">
          <ac:chgData name="Schreyer, Vincent" userId="02845792-f48a-4ca6-95b8-e54179469cd6" providerId="ADAL" clId="{0300DDB3-F1E8-4C72-85CD-A803073A2FB3}" dt="2026-06-25T18:59:44.397" v="667" actId="14826"/>
          <ac:picMkLst>
            <pc:docMk/>
            <pc:sldMk cId="1793928313" sldId="268"/>
            <ac:picMk id="24" creationId="{02D53326-18D3-EFD7-EA08-18FA41FD35A8}"/>
          </ac:picMkLst>
        </pc:picChg>
        <pc:picChg chg="mod">
          <ac:chgData name="Schreyer, Vincent" userId="02845792-f48a-4ca6-95b8-e54179469cd6" providerId="ADAL" clId="{0300DDB3-F1E8-4C72-85CD-A803073A2FB3}" dt="2026-06-25T19:00:53.461" v="671" actId="14826"/>
          <ac:picMkLst>
            <pc:docMk/>
            <pc:sldMk cId="1793928313" sldId="268"/>
            <ac:picMk id="30" creationId="{1E7054F2-C8FA-19DC-8BB8-D55039B67D86}"/>
          </ac:picMkLst>
        </pc:picChg>
        <pc:picChg chg="del">
          <ac:chgData name="Schreyer, Vincent" userId="02845792-f48a-4ca6-95b8-e54179469cd6" providerId="ADAL" clId="{0300DDB3-F1E8-4C72-85CD-A803073A2FB3}" dt="2026-06-25T18:55:25.269" v="645" actId="478"/>
          <ac:picMkLst>
            <pc:docMk/>
            <pc:sldMk cId="1793928313" sldId="268"/>
            <ac:picMk id="51" creationId="{72723A19-CBEB-F4CC-8CD2-8276BD7D3659}"/>
          </ac:picMkLst>
        </pc:picChg>
        <pc:picChg chg="del">
          <ac:chgData name="Schreyer, Vincent" userId="02845792-f48a-4ca6-95b8-e54179469cd6" providerId="ADAL" clId="{0300DDB3-F1E8-4C72-85CD-A803073A2FB3}" dt="2026-06-25T18:55:25.269" v="645" actId="478"/>
          <ac:picMkLst>
            <pc:docMk/>
            <pc:sldMk cId="1793928313" sldId="268"/>
            <ac:picMk id="69" creationId="{109BA8E1-A2C3-3CD7-7BBD-F7D3BA99CCEB}"/>
          </ac:picMkLst>
        </pc:picChg>
        <pc:picChg chg="mod">
          <ac:chgData name="Schreyer, Vincent" userId="02845792-f48a-4ca6-95b8-e54179469cd6" providerId="ADAL" clId="{0300DDB3-F1E8-4C72-85CD-A803073A2FB3}" dt="2026-06-25T18:56:54.351" v="655" actId="14826"/>
          <ac:picMkLst>
            <pc:docMk/>
            <pc:sldMk cId="1793928313" sldId="268"/>
            <ac:picMk id="74" creationId="{15519B37-F7EB-56F1-C1BE-5EFB28F66CF7}"/>
          </ac:picMkLst>
        </pc:picChg>
        <pc:picChg chg="mod">
          <ac:chgData name="Schreyer, Vincent" userId="02845792-f48a-4ca6-95b8-e54179469cd6" providerId="ADAL" clId="{0300DDB3-F1E8-4C72-85CD-A803073A2FB3}" dt="2026-06-25T19:00:27.700" v="670" actId="14826"/>
          <ac:picMkLst>
            <pc:docMk/>
            <pc:sldMk cId="1793928313" sldId="268"/>
            <ac:picMk id="76" creationId="{F6540C19-BCD6-FB21-4771-F182D2002676}"/>
          </ac:picMkLst>
        </pc:picChg>
      </pc:sldChg>
      <pc:sldChg chg="addSp delSp modSp add mod ord">
        <pc:chgData name="Schreyer, Vincent" userId="02845792-f48a-4ca6-95b8-e54179469cd6" providerId="ADAL" clId="{0300DDB3-F1E8-4C72-85CD-A803073A2FB3}" dt="2026-06-25T21:18:47.194" v="1210" actId="20577"/>
        <pc:sldMkLst>
          <pc:docMk/>
          <pc:sldMk cId="1890844274" sldId="269"/>
        </pc:sldMkLst>
        <pc:spChg chg="mod">
          <ac:chgData name="Schreyer, Vincent" userId="02845792-f48a-4ca6-95b8-e54179469cd6" providerId="ADAL" clId="{0300DDB3-F1E8-4C72-85CD-A803073A2FB3}" dt="2026-06-25T20:21:02.977" v="1083" actId="404"/>
          <ac:spMkLst>
            <pc:docMk/>
            <pc:sldMk cId="1890844274" sldId="269"/>
            <ac:spMk id="2" creationId="{6F81F174-426F-8049-480A-5FABEFCEC542}"/>
          </ac:spMkLst>
        </pc:spChg>
        <pc:spChg chg="del">
          <ac:chgData name="Schreyer, Vincent" userId="02845792-f48a-4ca6-95b8-e54179469cd6" providerId="ADAL" clId="{0300DDB3-F1E8-4C72-85CD-A803073A2FB3}" dt="2026-06-25T19:32:53.700" v="768" actId="21"/>
          <ac:spMkLst>
            <pc:docMk/>
            <pc:sldMk cId="1890844274" sldId="269"/>
            <ac:spMk id="4" creationId="{9AF7A18B-DE8A-48B2-2E35-11A92501DBC0}"/>
          </ac:spMkLst>
        </pc:spChg>
        <pc:spChg chg="del">
          <ac:chgData name="Schreyer, Vincent" userId="02845792-f48a-4ca6-95b8-e54179469cd6" providerId="ADAL" clId="{0300DDB3-F1E8-4C72-85CD-A803073A2FB3}" dt="2026-06-25T20:31:00.363" v="1120" actId="478"/>
          <ac:spMkLst>
            <pc:docMk/>
            <pc:sldMk cId="1890844274" sldId="269"/>
            <ac:spMk id="5" creationId="{7278580B-362B-7345-685E-22BD2E536A1A}"/>
          </ac:spMkLst>
        </pc:spChg>
        <pc:spChg chg="del">
          <ac:chgData name="Schreyer, Vincent" userId="02845792-f48a-4ca6-95b8-e54179469cd6" providerId="ADAL" clId="{0300DDB3-F1E8-4C72-85CD-A803073A2FB3}" dt="2026-06-25T19:32:51.141" v="767" actId="21"/>
          <ac:spMkLst>
            <pc:docMk/>
            <pc:sldMk cId="1890844274" sldId="269"/>
            <ac:spMk id="6" creationId="{42F904E2-0A54-8781-B0E7-439A50C47677}"/>
          </ac:spMkLst>
        </pc:spChg>
        <pc:spChg chg="del">
          <ac:chgData name="Schreyer, Vincent" userId="02845792-f48a-4ca6-95b8-e54179469cd6" providerId="ADAL" clId="{0300DDB3-F1E8-4C72-85CD-A803073A2FB3}" dt="2026-06-25T19:32:56.622" v="769" actId="21"/>
          <ac:spMkLst>
            <pc:docMk/>
            <pc:sldMk cId="1890844274" sldId="269"/>
            <ac:spMk id="8" creationId="{C18E3533-6D3F-5E2B-2B56-A27559AA7E2B}"/>
          </ac:spMkLst>
        </pc:spChg>
        <pc:spChg chg="add mod">
          <ac:chgData name="Schreyer, Vincent" userId="02845792-f48a-4ca6-95b8-e54179469cd6" providerId="ADAL" clId="{0300DDB3-F1E8-4C72-85CD-A803073A2FB3}" dt="2026-06-25T19:36:49.343" v="805" actId="1076"/>
          <ac:spMkLst>
            <pc:docMk/>
            <pc:sldMk cId="1890844274" sldId="269"/>
            <ac:spMk id="9" creationId="{79608842-EEAB-50E1-493E-FFB5D73E5F9A}"/>
          </ac:spMkLst>
        </pc:spChg>
        <pc:spChg chg="del">
          <ac:chgData name="Schreyer, Vincent" userId="02845792-f48a-4ca6-95b8-e54179469cd6" providerId="ADAL" clId="{0300DDB3-F1E8-4C72-85CD-A803073A2FB3}" dt="2026-06-25T19:32:48.294" v="766" actId="21"/>
          <ac:spMkLst>
            <pc:docMk/>
            <pc:sldMk cId="1890844274" sldId="269"/>
            <ac:spMk id="10" creationId="{627787CC-D3F0-CA60-6E63-B219BF55587F}"/>
          </ac:spMkLst>
        </pc:spChg>
        <pc:spChg chg="add mod topLvl">
          <ac:chgData name="Schreyer, Vincent" userId="02845792-f48a-4ca6-95b8-e54179469cd6" providerId="ADAL" clId="{0300DDB3-F1E8-4C72-85CD-A803073A2FB3}" dt="2026-06-25T21:14:21.854" v="1209" actId="207"/>
          <ac:spMkLst>
            <pc:docMk/>
            <pc:sldMk cId="1890844274" sldId="269"/>
            <ac:spMk id="12" creationId="{6A9A1B3A-9FB8-AFCE-7BF5-FD85D5CA4D3E}"/>
          </ac:spMkLst>
        </pc:spChg>
        <pc:spChg chg="add mod">
          <ac:chgData name="Schreyer, Vincent" userId="02845792-f48a-4ca6-95b8-e54179469cd6" providerId="ADAL" clId="{0300DDB3-F1E8-4C72-85CD-A803073A2FB3}" dt="2026-06-25T21:18:47.194" v="1210" actId="20577"/>
          <ac:spMkLst>
            <pc:docMk/>
            <pc:sldMk cId="1890844274" sldId="269"/>
            <ac:spMk id="14" creationId="{81E5F4E8-05AA-7580-BC7D-66BF67E40DC1}"/>
          </ac:spMkLst>
        </pc:spChg>
        <pc:spChg chg="add mod">
          <ac:chgData name="Schreyer, Vincent" userId="02845792-f48a-4ca6-95b8-e54179469cd6" providerId="ADAL" clId="{0300DDB3-F1E8-4C72-85CD-A803073A2FB3}" dt="2026-06-25T19:37:46.694" v="814" actId="1076"/>
          <ac:spMkLst>
            <pc:docMk/>
            <pc:sldMk cId="1890844274" sldId="269"/>
            <ac:spMk id="15" creationId="{97FE3372-428C-FC18-DBFD-76B365948DD5}"/>
          </ac:spMkLst>
        </pc:spChg>
        <pc:spChg chg="add mod">
          <ac:chgData name="Schreyer, Vincent" userId="02845792-f48a-4ca6-95b8-e54179469cd6" providerId="ADAL" clId="{0300DDB3-F1E8-4C72-85CD-A803073A2FB3}" dt="2026-06-25T19:37:51.309" v="824" actId="20577"/>
          <ac:spMkLst>
            <pc:docMk/>
            <pc:sldMk cId="1890844274" sldId="269"/>
            <ac:spMk id="16" creationId="{2340DDAB-1A1B-E70A-3857-0AFCA7CF60DA}"/>
          </ac:spMkLst>
        </pc:spChg>
        <pc:spChg chg="add mod">
          <ac:chgData name="Schreyer, Vincent" userId="02845792-f48a-4ca6-95b8-e54179469cd6" providerId="ADAL" clId="{0300DDB3-F1E8-4C72-85CD-A803073A2FB3}" dt="2026-06-25T20:25:54.331" v="1099" actId="1076"/>
          <ac:spMkLst>
            <pc:docMk/>
            <pc:sldMk cId="1890844274" sldId="269"/>
            <ac:spMk id="24" creationId="{551C09CC-652D-614F-634E-4C2BA00A4847}"/>
          </ac:spMkLst>
        </pc:spChg>
        <pc:spChg chg="add mod">
          <ac:chgData name="Schreyer, Vincent" userId="02845792-f48a-4ca6-95b8-e54179469cd6" providerId="ADAL" clId="{0300DDB3-F1E8-4C72-85CD-A803073A2FB3}" dt="2026-06-25T20:41:51.648" v="1165" actId="404"/>
          <ac:spMkLst>
            <pc:docMk/>
            <pc:sldMk cId="1890844274" sldId="269"/>
            <ac:spMk id="31" creationId="{69BC4C78-84CC-4C60-EADD-E8ABCB6F3B9C}"/>
          </ac:spMkLst>
        </pc:spChg>
        <pc:spChg chg="add mod">
          <ac:chgData name="Schreyer, Vincent" userId="02845792-f48a-4ca6-95b8-e54179469cd6" providerId="ADAL" clId="{0300DDB3-F1E8-4C72-85CD-A803073A2FB3}" dt="2026-06-25T20:48:58.054" v="1186" actId="207"/>
          <ac:spMkLst>
            <pc:docMk/>
            <pc:sldMk cId="1890844274" sldId="269"/>
            <ac:spMk id="32" creationId="{1AEAF5EC-03F0-5829-9108-38489AF8301C}"/>
          </ac:spMkLst>
        </pc:spChg>
        <pc:grpChg chg="add del mod">
          <ac:chgData name="Schreyer, Vincent" userId="02845792-f48a-4ca6-95b8-e54179469cd6" providerId="ADAL" clId="{0300DDB3-F1E8-4C72-85CD-A803073A2FB3}" dt="2026-06-25T20:34:25.765" v="1134" actId="1076"/>
          <ac:grpSpMkLst>
            <pc:docMk/>
            <pc:sldMk cId="1890844274" sldId="269"/>
            <ac:grpSpMk id="25" creationId="{AB78CCDE-589F-9A40-BFEA-DB1F481FC846}"/>
          </ac:grpSpMkLst>
        </pc:grpChg>
        <pc:grpChg chg="add mod">
          <ac:chgData name="Schreyer, Vincent" userId="02845792-f48a-4ca6-95b8-e54179469cd6" providerId="ADAL" clId="{0300DDB3-F1E8-4C72-85CD-A803073A2FB3}" dt="2026-06-25T20:26:12.102" v="1104" actId="1076"/>
          <ac:grpSpMkLst>
            <pc:docMk/>
            <pc:sldMk cId="1890844274" sldId="269"/>
            <ac:grpSpMk id="30" creationId="{C8432A04-B1C9-8D53-3788-31FF8ACD380F}"/>
          </ac:grpSpMkLst>
        </pc:grpChg>
        <pc:picChg chg="mod">
          <ac:chgData name="Schreyer, Vincent" userId="02845792-f48a-4ca6-95b8-e54179469cd6" providerId="ADAL" clId="{0300DDB3-F1E8-4C72-85CD-A803073A2FB3}" dt="2026-06-25T20:47:37.090" v="1177" actId="1076"/>
          <ac:picMkLst>
            <pc:docMk/>
            <pc:sldMk cId="1890844274" sldId="269"/>
            <ac:picMk id="11" creationId="{C3EE3F58-B7DC-1EEB-A948-BBC9970D38C0}"/>
          </ac:picMkLst>
        </pc:picChg>
        <pc:picChg chg="mod ord">
          <ac:chgData name="Schreyer, Vincent" userId="02845792-f48a-4ca6-95b8-e54179469cd6" providerId="ADAL" clId="{0300DDB3-F1E8-4C72-85CD-A803073A2FB3}" dt="2026-06-25T19:37:16.563" v="812" actId="1076"/>
          <ac:picMkLst>
            <pc:docMk/>
            <pc:sldMk cId="1890844274" sldId="269"/>
            <ac:picMk id="13" creationId="{7BC66FE8-9061-BCE1-B03C-F3B7A8A40EC9}"/>
          </ac:picMkLst>
        </pc:picChg>
        <pc:picChg chg="add mod">
          <ac:chgData name="Schreyer, Vincent" userId="02845792-f48a-4ca6-95b8-e54179469cd6" providerId="ADAL" clId="{0300DDB3-F1E8-4C72-85CD-A803073A2FB3}" dt="2026-06-25T19:38:04.004" v="825" actId="14826"/>
          <ac:picMkLst>
            <pc:docMk/>
            <pc:sldMk cId="1890844274" sldId="269"/>
            <ac:picMk id="17" creationId="{8BF0A5A8-3C6E-4BE2-EF19-BB4A8AF7FAD3}"/>
          </ac:picMkLst>
        </pc:picChg>
        <pc:picChg chg="add mod topLvl">
          <ac:chgData name="Schreyer, Vincent" userId="02845792-f48a-4ca6-95b8-e54179469cd6" providerId="ADAL" clId="{0300DDB3-F1E8-4C72-85CD-A803073A2FB3}" dt="2026-06-25T19:56:19.517" v="932" actId="165"/>
          <ac:picMkLst>
            <pc:docMk/>
            <pc:sldMk cId="1890844274" sldId="269"/>
            <ac:picMk id="19" creationId="{AA5155E2-7A3B-FEFB-7FDC-C804D970162B}"/>
          </ac:picMkLst>
        </pc:picChg>
        <pc:picChg chg="add mod topLvl">
          <ac:chgData name="Schreyer, Vincent" userId="02845792-f48a-4ca6-95b8-e54179469cd6" providerId="ADAL" clId="{0300DDB3-F1E8-4C72-85CD-A803073A2FB3}" dt="2026-06-25T20:24:40.175" v="1087" actId="1076"/>
          <ac:picMkLst>
            <pc:docMk/>
            <pc:sldMk cId="1890844274" sldId="269"/>
            <ac:picMk id="20" creationId="{1CDCB04B-69BD-BC45-5AFF-B07468A27132}"/>
          </ac:picMkLst>
        </pc:picChg>
        <pc:picChg chg="add mod topLvl">
          <ac:chgData name="Schreyer, Vincent" userId="02845792-f48a-4ca6-95b8-e54179469cd6" providerId="ADAL" clId="{0300DDB3-F1E8-4C72-85CD-A803073A2FB3}" dt="2026-06-25T20:24:46.320" v="1088" actId="1076"/>
          <ac:picMkLst>
            <pc:docMk/>
            <pc:sldMk cId="1890844274" sldId="269"/>
            <ac:picMk id="21" creationId="{1338854D-DAF5-3386-5A0F-4F3D030758D2}"/>
          </ac:picMkLst>
        </pc:picChg>
        <pc:picChg chg="add mod topLvl">
          <ac:chgData name="Schreyer, Vincent" userId="02845792-f48a-4ca6-95b8-e54179469cd6" providerId="ADAL" clId="{0300DDB3-F1E8-4C72-85CD-A803073A2FB3}" dt="2026-06-25T20:25:09.864" v="1095" actId="1076"/>
          <ac:picMkLst>
            <pc:docMk/>
            <pc:sldMk cId="1890844274" sldId="269"/>
            <ac:picMk id="22" creationId="{FAF08765-0E16-167E-DE4D-BED1E3ED2284}"/>
          </ac:picMkLst>
        </pc:picChg>
        <pc:picChg chg="add mod topLvl">
          <ac:chgData name="Schreyer, Vincent" userId="02845792-f48a-4ca6-95b8-e54179469cd6" providerId="ADAL" clId="{0300DDB3-F1E8-4C72-85CD-A803073A2FB3}" dt="2026-06-25T20:34:36.081" v="1135" actId="1076"/>
          <ac:picMkLst>
            <pc:docMk/>
            <pc:sldMk cId="1890844274" sldId="269"/>
            <ac:picMk id="23" creationId="{3CEA50CD-DA07-8EAB-7260-4BA3F2B551EE}"/>
          </ac:picMkLst>
        </pc:picChg>
        <pc:picChg chg="add mod">
          <ac:chgData name="Schreyer, Vincent" userId="02845792-f48a-4ca6-95b8-e54179469cd6" providerId="ADAL" clId="{0300DDB3-F1E8-4C72-85CD-A803073A2FB3}" dt="2026-06-25T20:26:38.464" v="1106" actId="1076"/>
          <ac:picMkLst>
            <pc:docMk/>
            <pc:sldMk cId="1890844274" sldId="269"/>
            <ac:picMk id="26" creationId="{AF5491D0-E4DB-6B18-D66F-F94E36501468}"/>
          </ac:picMkLst>
        </pc:picChg>
        <pc:picChg chg="add mod">
          <ac:chgData name="Schreyer, Vincent" userId="02845792-f48a-4ca6-95b8-e54179469cd6" providerId="ADAL" clId="{0300DDB3-F1E8-4C72-85CD-A803073A2FB3}" dt="2026-06-25T20:26:29.766" v="1105" actId="1076"/>
          <ac:picMkLst>
            <pc:docMk/>
            <pc:sldMk cId="1890844274" sldId="269"/>
            <ac:picMk id="27" creationId="{5D38FBB4-9E1A-6C65-F5E0-CA50420B33F6}"/>
          </ac:picMkLst>
        </pc:picChg>
        <pc:picChg chg="add mod">
          <ac:chgData name="Schreyer, Vincent" userId="02845792-f48a-4ca6-95b8-e54179469cd6" providerId="ADAL" clId="{0300DDB3-F1E8-4C72-85CD-A803073A2FB3}" dt="2026-06-25T20:26:02.046" v="1100" actId="1076"/>
          <ac:picMkLst>
            <pc:docMk/>
            <pc:sldMk cId="1890844274" sldId="269"/>
            <ac:picMk id="28" creationId="{1CE6D1CF-D5DE-9153-C6BE-AA023F91CEEC}"/>
          </ac:picMkLst>
        </pc:picChg>
        <pc:picChg chg="add del mod">
          <ac:chgData name="Schreyer, Vincent" userId="02845792-f48a-4ca6-95b8-e54179469cd6" providerId="ADAL" clId="{0300DDB3-F1E8-4C72-85CD-A803073A2FB3}" dt="2026-06-25T19:55:01.208" v="915" actId="478"/>
          <ac:picMkLst>
            <pc:docMk/>
            <pc:sldMk cId="1890844274" sldId="269"/>
            <ac:picMk id="29" creationId="{539E605E-6F57-FCC2-6BBC-DCB817EC506D}"/>
          </ac:picMkLst>
        </pc:picChg>
      </pc:sldChg>
      <pc:sldChg chg="addSp modSp add mod">
        <pc:chgData name="Schreyer, Vincent" userId="02845792-f48a-4ca6-95b8-e54179469cd6" providerId="ADAL" clId="{0300DDB3-F1E8-4C72-85CD-A803073A2FB3}" dt="2026-06-25T21:32:21.044" v="1352" actId="167"/>
        <pc:sldMkLst>
          <pc:docMk/>
          <pc:sldMk cId="296724645" sldId="270"/>
        </pc:sldMkLst>
        <pc:spChg chg="add mod">
          <ac:chgData name="Schreyer, Vincent" userId="02845792-f48a-4ca6-95b8-e54179469cd6" providerId="ADAL" clId="{0300DDB3-F1E8-4C72-85CD-A803073A2FB3}" dt="2026-06-25T21:32:14.866" v="1351" actId="34135"/>
          <ac:spMkLst>
            <pc:docMk/>
            <pc:sldMk cId="296724645" sldId="270"/>
            <ac:spMk id="3" creationId="{9982426F-56E8-125C-617C-A3DA54404289}"/>
          </ac:spMkLst>
        </pc:spChg>
        <pc:spChg chg="add mod">
          <ac:chgData name="Schreyer, Vincent" userId="02845792-f48a-4ca6-95b8-e54179469cd6" providerId="ADAL" clId="{0300DDB3-F1E8-4C72-85CD-A803073A2FB3}" dt="2026-06-25T21:32:14.866" v="1351" actId="34135"/>
          <ac:spMkLst>
            <pc:docMk/>
            <pc:sldMk cId="296724645" sldId="270"/>
            <ac:spMk id="4" creationId="{85576918-AA96-4AA3-049C-91C401805347}"/>
          </ac:spMkLst>
        </pc:spChg>
        <pc:grpChg chg="add mod ord">
          <ac:chgData name="Schreyer, Vincent" userId="02845792-f48a-4ca6-95b8-e54179469cd6" providerId="ADAL" clId="{0300DDB3-F1E8-4C72-85CD-A803073A2FB3}" dt="2026-06-25T21:32:21.044" v="1352" actId="167"/>
          <ac:grpSpMkLst>
            <pc:docMk/>
            <pc:sldMk cId="296724645" sldId="270"/>
            <ac:grpSpMk id="7" creationId="{32C01248-F265-D607-CAD0-9809CFAE89F0}"/>
          </ac:grpSpMkLst>
        </pc:grpChg>
        <pc:picChg chg="add mod">
          <ac:chgData name="Schreyer, Vincent" userId="02845792-f48a-4ca6-95b8-e54179469cd6" providerId="ADAL" clId="{0300DDB3-F1E8-4C72-85CD-A803073A2FB3}" dt="2026-06-25T21:32:14.866" v="1351" actId="34135"/>
          <ac:picMkLst>
            <pc:docMk/>
            <pc:sldMk cId="296724645" sldId="270"/>
            <ac:picMk id="5" creationId="{333DD6F0-DF3A-B038-4AAA-97652DC4AD11}"/>
          </ac:picMkLst>
        </pc:picChg>
        <pc:picChg chg="add mod">
          <ac:chgData name="Schreyer, Vincent" userId="02845792-f48a-4ca6-95b8-e54179469cd6" providerId="ADAL" clId="{0300DDB3-F1E8-4C72-85CD-A803073A2FB3}" dt="2026-06-25T21:32:14.866" v="1351" actId="34135"/>
          <ac:picMkLst>
            <pc:docMk/>
            <pc:sldMk cId="296724645" sldId="270"/>
            <ac:picMk id="6" creationId="{72250217-0131-58DB-7F68-A6C7E06FB57E}"/>
          </ac:picMkLst>
        </pc:picChg>
        <pc:picChg chg="mod modCrop">
          <ac:chgData name="Schreyer, Vincent" userId="02845792-f48a-4ca6-95b8-e54179469cd6" providerId="ADAL" clId="{0300DDB3-F1E8-4C72-85CD-A803073A2FB3}" dt="2026-06-25T21:32:14.866" v="1351" actId="34135"/>
          <ac:picMkLst>
            <pc:docMk/>
            <pc:sldMk cId="296724645" sldId="270"/>
            <ac:picMk id="8" creationId="{9958E9CC-6C81-8789-933B-BCC26DA7C0C3}"/>
          </ac:picMkLst>
        </pc:picChg>
      </pc:sldChg>
      <pc:sldChg chg="modSp add del mod">
        <pc:chgData name="Schreyer, Vincent" userId="02845792-f48a-4ca6-95b8-e54179469cd6" providerId="ADAL" clId="{0300DDB3-F1E8-4C72-85CD-A803073A2FB3}" dt="2026-06-25T21:32:35.907" v="1354" actId="2696"/>
        <pc:sldMkLst>
          <pc:docMk/>
          <pc:sldMk cId="3337123831" sldId="271"/>
        </pc:sldMkLst>
        <pc:picChg chg="mod modCrop">
          <ac:chgData name="Schreyer, Vincent" userId="02845792-f48a-4ca6-95b8-e54179469cd6" providerId="ADAL" clId="{0300DDB3-F1E8-4C72-85CD-A803073A2FB3}" dt="2026-06-25T21:31:33.875" v="1347" actId="732"/>
          <ac:picMkLst>
            <pc:docMk/>
            <pc:sldMk cId="3337123831" sldId="271"/>
            <ac:picMk id="8" creationId="{0417A571-8902-5705-1CE3-931138F2705C}"/>
          </ac:picMkLst>
        </pc:picChg>
      </pc:sldChg>
      <pc:sldMasterChg chg="modSldLayout">
        <pc:chgData name="Schreyer, Vincent" userId="02845792-f48a-4ca6-95b8-e54179469cd6" providerId="ADAL" clId="{0300DDB3-F1E8-4C72-85CD-A803073A2FB3}" dt="2026-06-25T16:47:16.292" v="138" actId="167"/>
        <pc:sldMasterMkLst>
          <pc:docMk/>
          <pc:sldMasterMk cId="0" sldId="2147483648"/>
        </pc:sldMasterMkLst>
        <pc:sldLayoutChg chg="addSp modSp mod">
          <pc:chgData name="Schreyer, Vincent" userId="02845792-f48a-4ca6-95b8-e54179469cd6" providerId="ADAL" clId="{0300DDB3-F1E8-4C72-85CD-A803073A2FB3}" dt="2026-06-25T16:47:16.292" v="138" actId="167"/>
          <pc:sldLayoutMkLst>
            <pc:docMk/>
            <pc:sldMasterMk cId="0" sldId="2147483648"/>
            <pc:sldLayoutMk cId="0" sldId="2147483650"/>
          </pc:sldLayoutMkLst>
          <pc:spChg chg="ord">
            <ac:chgData name="Schreyer, Vincent" userId="02845792-f48a-4ca6-95b8-e54179469cd6" providerId="ADAL" clId="{0300DDB3-F1E8-4C72-85CD-A803073A2FB3}" dt="2026-06-25T16:47:15.784" v="137" actId="167"/>
            <ac:spMkLst>
              <pc:docMk/>
              <pc:sldMasterMk cId="0" sldId="2147483648"/>
              <pc:sldLayoutMk cId="0" sldId="2147483650"/>
              <ac:spMk id="2" creationId="{00000000-0000-0000-0000-000000000000}"/>
            </ac:spMkLst>
          </pc:spChg>
          <pc:spChg chg="mod ord">
            <ac:chgData name="Schreyer, Vincent" userId="02845792-f48a-4ca6-95b8-e54179469cd6" providerId="ADAL" clId="{0300DDB3-F1E8-4C72-85CD-A803073A2FB3}" dt="2026-06-25T16:47:16.292" v="138" actId="167"/>
            <ac:spMkLst>
              <pc:docMk/>
              <pc:sldMasterMk cId="0" sldId="2147483648"/>
              <pc:sldLayoutMk cId="0" sldId="2147483650"/>
              <ac:spMk id="3" creationId="{00000000-0000-0000-0000-000000000000}"/>
            </ac:spMkLst>
          </pc:spChg>
          <pc:spChg chg="add mod ord">
            <ac:chgData name="Schreyer, Vincent" userId="02845792-f48a-4ca6-95b8-e54179469cd6" providerId="ADAL" clId="{0300DDB3-F1E8-4C72-85CD-A803073A2FB3}" dt="2026-06-25T16:46:58.709" v="134" actId="167"/>
            <ac:spMkLst>
              <pc:docMk/>
              <pc:sldMasterMk cId="0" sldId="2147483648"/>
              <pc:sldLayoutMk cId="0" sldId="2147483650"/>
              <ac:spMk id="4" creationId="{AF16868B-76F3-D1AB-C1E7-94B4CBF43DD8}"/>
            </ac:spMkLst>
          </pc:spChg>
        </pc:sldLayoutChg>
      </pc:sldMasterChg>
    </pc:docChg>
  </pc:docChgLst>
  <pc:docChgLst>
    <pc:chgData name="Eberlein, Leopold" userId="6a9c5d2e-008c-46e7-9e6e-313a6e2e68be" providerId="ADAL" clId="{43FB5570-4BCF-EA44-92DB-76FC11DF19F1}"/>
    <pc:docChg chg="undo custSel modSld modMainMaster">
      <pc:chgData name="Eberlein, Leopold" userId="6a9c5d2e-008c-46e7-9e6e-313a6e2e68be" providerId="ADAL" clId="{43FB5570-4BCF-EA44-92DB-76FC11DF19F1}" dt="2026-06-23T15:34:14.895" v="410" actId="1076"/>
      <pc:docMkLst>
        <pc:docMk/>
      </pc:docMkLst>
      <pc:sldChg chg="delSp mod">
        <pc:chgData name="Eberlein, Leopold" userId="6a9c5d2e-008c-46e7-9e6e-313a6e2e68be" providerId="ADAL" clId="{43FB5570-4BCF-EA44-92DB-76FC11DF19F1}" dt="2026-06-23T14:40:38.830" v="20" actId="478"/>
        <pc:sldMkLst>
          <pc:docMk/>
          <pc:sldMk cId="0" sldId="257"/>
        </pc:sldMkLst>
      </pc:sldChg>
      <pc:sldMasterChg chg="addSp delSp modSp mod modSldLayout">
        <pc:chgData name="Eberlein, Leopold" userId="6a9c5d2e-008c-46e7-9e6e-313a6e2e68be" providerId="ADAL" clId="{43FB5570-4BCF-EA44-92DB-76FC11DF19F1}" dt="2026-06-23T15:18:30.308" v="217" actId="1076"/>
        <pc:sldMasterMkLst>
          <pc:docMk/>
          <pc:sldMasterMk cId="0" sldId="2147483648"/>
        </pc:sldMasterMkLst>
        <pc:sldLayoutChg chg="addSp delSp modSp mod">
          <pc:chgData name="Eberlein, Leopold" userId="6a9c5d2e-008c-46e7-9e6e-313a6e2e68be" providerId="ADAL" clId="{43FB5570-4BCF-EA44-92DB-76FC11DF19F1}" dt="2026-06-23T15:17:49.726" v="208"/>
          <pc:sldLayoutMkLst>
            <pc:docMk/>
            <pc:sldMasterMk cId="0" sldId="2147483648"/>
            <pc:sldLayoutMk cId="0" sldId="2147483649"/>
          </pc:sldLayoutMkLst>
        </pc:sldLayoutChg>
        <pc:sldLayoutChg chg="addSp delSp modSp mod setBg">
          <pc:chgData name="Eberlein, Leopold" userId="6a9c5d2e-008c-46e7-9e6e-313a6e2e68be" providerId="ADAL" clId="{43FB5570-4BCF-EA44-92DB-76FC11DF19F1}" dt="2026-06-23T15:18:30.308" v="217" actId="1076"/>
          <pc:sldLayoutMkLst>
            <pc:docMk/>
            <pc:sldMasterMk cId="0" sldId="2147483648"/>
            <pc:sldLayoutMk cId="0" sldId="2147483650"/>
          </pc:sldLayoutMkLst>
          <pc:picChg chg="add mod">
            <ac:chgData name="Eberlein, Leopold" userId="6a9c5d2e-008c-46e7-9e6e-313a6e2e68be" providerId="ADAL" clId="{43FB5570-4BCF-EA44-92DB-76FC11DF19F1}" dt="2026-06-23T15:18:30.308" v="217" actId="1076"/>
            <ac:picMkLst>
              <pc:docMk/>
              <pc:sldMasterMk cId="0" sldId="2147483648"/>
              <pc:sldLayoutMk cId="0" sldId="2147483650"/>
              <ac:picMk id="8" creationId="{527E46A9-0AE5-FE79-2446-8A8A7AF8594A}"/>
            </ac:picMkLst>
          </pc:picChg>
        </pc:sldLayoutChg>
      </pc:sldMaster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3T14:07:48.266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816 347 24575,'0'-23'0,"2"3"0,-1 8 0,2 2 0,-1 1 0,1 1 0,-1 1 0,-1 2 0,0 0 0,0 0 0,2-1 0,-1 1 0,0-1 0,-1 1 0,0-1 0,-1 0 0,0-1 0,0 0 0,0-1 0,0 1 0,1 0 0,0 1 0,0 0 0,2 0 0,0-1 0,3-3 0,3-7 0,3-2 0,3-1 0,-1 1 0,-2 3 0,-3 3 0,-3 4 0,-5 5 0,-9 2 0,2 1 0,-8 0 0,3 1 0,-3 0 0,-7 0 0,-5-1 0,-6 0 0,-5-1 0,0-1 0,1 0 0,4 1 0,5 0 0,5 1 0,-16 0 0,18 1 0,-12 0 0,21 0 0,0 0 0,2 1 0,-1 0 0,3 2 0,0-1 0,3 1 0,0-1 0,-1 2 0,2 0 0,-1 1 0,2 3 0,-2 3 0,0 4 0,-3 4 0,-1 5 0,-3 1 0,1-1 0,-1-3 0,3-4 0,0 0 0,1-3 0,1-3 0,1-2 0,1-2 0,-1 0 0,1 0 0,-1 0 0,0-1 0,-1 2 0,0 0 0,-1 0 0,0 1 0,1-2 0,-1 0 0,2-1 0,0 0 0,1-2 0,1-1 0,-2-1 0,0 0 0,-1 0 0,0 0 0,1-1 0,-2 1 0,-1 0 0,0-1 0,-1 1 0,0-1 0,1 0 0,1 0 0,2-1 0,0-1 0,2-6 0,2 3 0,1-5 0,0 5 0,0 0 0,0-3 0,0 2 0,0-1 0,0 1 0,0 0 0,0 0 0,0-2 0,0 2 0,0-2 0,0 1 0,0 0 0,0 0 0,0 1 0,0-1 0,0-1 0,0-2 0,0 0 0,0 0 0,0 1 0,0 0 0,0 2 0,0-1 0,0 2 0,1 0 0,0 0 0,1 0 0,2 0 0,-1 1 0,0 0 0,1-1 0,-1 2 0,1-2 0,0 1 0,-2 2 0,3-4 0,-2 2 0,1-1 0,0 0 0,0 1 0,1 0 0,1-1 0,-2 2 0,0-1 0,0 1 0,0 1 0,1-1 0,-1-1 0,2 1 0,1-1 0,1-1 0,-1 0 0,-1 2 0,0-1 0,-1 2 0,-2-1 0,-15 1 0,2 2 0,-13 0 0,8 2 0,1 2 0,2 1 0,2 1 0,1 1 0,1 2 0,2 0 0,-1 1 0,0 2 0,-1 1 0,-2-1 0,0 0 0,0-1 0,0 0 0,2-2 0,0-1 0,1 0 0,2-2 0,-2 1 0,2-1 0,-1-1 0,0 1 0,1-1 0,0-1 0,1 1 0,2 0 0,1 0 0,1 1 0,0 0 0,0-1 0,0 0 0,-1 1 0,0-1 0,0 0 0,-1 1 0,0 1 0,0 1 0,-1 1 0,0 0 0,-1 0 0,1 0 0,1 0 0,-1 0 0,0-1 0,1 1 0,-1 1 0,-1 2 0,0 0 0,-1-1 0,0 0 0,1-1 0,0-2 0,2-2 0,1-1 0,10-3 0,0-1 0,13-2 0,5-3 0,16-2 0,15-5 0,11-2 0,2-1 0,-2-3 0,1 1 0,-6 2 0,-4 0 0,-7 2 0,-8 4 0,-2-1 0,-8 3 0,-7 1 0,-7-1 0,-1 0 0,-5 1 0,-3 1 0,-5 0 0,-3 1 0,0-1 0,-1 0 0,-1-2 0,-1 2 0,-1-3 0,-2 2 0,-2-2 0,-4-1 0,-3-2 0,-1 0 0,1 2 0,2 2 0,0 2 0,1 1 0,-2 1 0,-2 2 0,0 0 0,-1 0 0,1 0 0,3 0 0,3-1 0,1 0 0,1-3 0,-1 0 0,0 0 0,-3 0 0,-3 1 0,-6-2 0,-7-1 0,-3 0 0,-1 1 0,1 1 0,2 1 0,5 1 0,6 2 0,4 0 0,6 0 0,0 7 0,2 6 0,0 14 0,1 6 0,-1 6 0,-1 4 0,1 0 0,0-2 0,1-5 0,1-8 0,0-6 0,0-1 0,-1-4 0,1-1 0,0 1 0,0-1 0,0-2 0,0-3 0,0-2 0,0-2 0,0 0 0,0-2 0,2-1 0,1 1 0,2-1 0,0 0 0,1-2 0,1 1 0,2 0 0,2 0 0,1 2 0,1-1 0,-1 0 0,-2-1 0,-2-2 0,-3 0 0,0 0 0,0 0 0,1 0 0,0-1 0,0 0 0,0 0 0,-1 1 0,1 0 0,-2-1 0,3 2 0,-2-2 0,2 1 0,1 1 0,-1-1 0,0 0 0,-2 0 0,0 0 0,1 0 0,-23 3 0,6-3 0,-23 3 0,12-2 0,-2 0 0,2-1 0,1 1 0,1-1 0,2-1 0,1 0 0,2 0 0,1 0 0,1 0 0,2 0 0,3 0 0,1 0 0,2 0 0,1 3 0,3 3 0,3-1 0,1 2 0,2-5 0,0 0 0,1 0 0,1 0 0,-1 1 0,2-2 0,0 1 0,0-1 0,1 1 0,-1-1 0,0 0 0,1 0 0,3-1 0,1 0 0,0 0 0,0 0 0,0 0 0,-1 0 0,-2 0 0,-2 0 0,1 0 0,-2 0 0,1 0 0,-1 0 0,-1 0 0,1 0 0,0 0 0,0 0 0,0-1 0,0 0 0,1 0 0,0-2 0,-1 1 0,0-1 0,2-1 0,-2-1 0,1 0 0,-1-1 0,0-1 0,1-1 0,1-2 0,-1 0 0,0-1 0,-1 0 0,-1 0 0,0 1 0,-2 0 0,2-2 0,-1-4 0,1-2 0,0-2 0,-1-1 0,1-1 0,0 2 0,-2 3 0,1 0 0,-1 1 0,1-1 0,2-1 0,-1 0 0,2-3 0,1 3 0,-1 4 0,-2 3 0,0 3 0,-2 2 0,-1 1 0,0 2 0,1-2 0,-1 1 0,2-1 0,-2 1 0,1 1 0,6-7 0,-5 5 0,4-6 0,-6 8 0,1 0 0,0-1 0,-1 1 0,2 0 0,0-1 0,-1 3 0,3 0 0,-3 3 0,0 0 0,0 4 0,-2-1 0,-1 0 0,0 1 0,-1-1 0,1 1 0,-1-1 0,0 0 0,0 1 0,0 0 0,0-2 0,0 5 0,0-3 0,-1 3 0,1-2 0,0-1 0,0-1 0,0 0 0,0 1 0,0-2 0,0 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3T14:08:04.54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56 383 24575,'14'0'0,"0"0"0,0 0 0,1 0 0,-3 0 0,-1 0 0,-2 0 0,-2 0 0,-2 0 0,0 0 0,-1 0 0,1 0 0,-1 1 0,3 0 0,-1 0 0,1 0 0,-2 0 0,-1 1 0,0-1 0,-1 0 0,1 0 0,-1-1 0,-1 1 0,-1 2 0,0 0 0,-1 1 0,-3-2 0,-1-1 0,-2-1 0,1 0 0,-1 0 0,0 0 0,0 0 0,-2 0 0,-1 0 0,0 0 0,0 0 0,1 0 0,2 0 0,1 0 0,0 0 0,0 0 0,0 0 0,-1 0 0,-2 0 0,1 0 0,0 0 0,-1 0 0,-5 0 0,4 0 0,-5 0 0,8 0 0,0 0 0,0 0 0,1 0 0,1 0 0,0 0 0,1 1 0,0 0 0,0 0 0,1 0 0,0 2 0,2-1 0,0 1 0,5-1 0,-1-1 0,3-1 0,1 0 0,0 0 0,-1 0 0,-1 0 0,0 1 0,-1 0 0,0 0 0,0-1 0,0 0 0,1 0 0,-1 0 0,0 0 0,0 0 0,-1 0 0,1 0 0,-1 0 0,0 0 0,0 0 0,-2 0 0,1 0 0,0 0 0,1 0 0,-1 0 0,0 0 0,0 0 0,0 0 0,0 0 0,0 0 0,0 0 0,1 0 0,1-1 0,3-2 0,1-3 0,3-3 0,1-1 0,2-3 0,0-1 0,2-3 0,1-1 0,0-3 0,1-2 0,-3 2 0,-3 2 0,-1 5 0,-5 3 0,0 1 0,-2 2 0,0 1 0,-2-1 0,1-1 0,-1-1 0,0 0 0,-1 0 0,0 0 0,0 2 0,-2-1 0,0 0 0,0-2 0,0 0 0,0 0 0,0-1 0,0 0 0,0-1 0,-2 1 0,-5 3 0,-3 1 0,-5 1 0,0 3 0,1 1 0,3 1 0,2 1 0,1 1 0,3 0 0,2 2 0,2 0 0,11 3 0,1 0 0,12 3 0,1-1 0,4 1 0,-1 0 0,-2-2 0,-2-3 0,-1 0 0,0-2 0,-2-1 0,-1 0 0,-1-1 0,-1-1 0,-4 0 0,-3-1 0,-1 0 0,-3 2 0,0-1 0,-2-1 0,1 1 0,0-1 0,1 0 0,-1 1 0,-1 1 0,0 0 0,0 0 0,1-1 0,2 0 0,2 0 0,3 0 0,-1 0 0,-1 0 0,-3 1 0,-1 0 0,0 1 0,-2-1 0,-1 2 0,-1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3T14:07:54.66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914 305 24575,'-1'-5'0,"-1"0"0,2-4 0,0 0 0,0-2 0,0 1 0,0 0 0,0 3 0,0 0 0,0 0 0,0 0 0,0 0 0,0 2 0,0 1 0,0 3 0,0 6 0,0 0 0,-1 5 0,0-2 0,0 3 0,-1 5 0,-1 4 0,-2 5 0,-3 6 0,-1 1 0,0 0 0,0-3 0,1-3 0,1-5 0,1-4 0,2-6 0,2-4 0,1-5 0,0-7 0,1-2 0,0-4 0,0-2 0,6-35 0,4-9 0,1-2 0,1-5 0,0 1 0,3 7 0,-3 12 0,-3 8 0,-4 13 0,-2 9 0,-2 8 0,0 3 0,-1 10 0,0 2 0,0 4 0,0 0 0,0 4 0,0 10 0,-1 7 0,-1 6 0,-1 2 0,-2-2 0,1-4 0,1-7 0,0-8 0,2-7 0,0-2 0,1-5 0,0-3 0,2-2 0,0-1 0,0-1 0,1 0 0,0 0 0,0 0 0,-1-1 0,0-2 0,-1-1 0,-1-2 0,0-1 0,0 1 0,0 0 0,0 0 0,0 3 0,0 2 0,-2 4 0,0 4 0,-1 1 0,0 2 0,-1 2 0,-1 3 0,-3 4 0,-2 7 0,-2 0 0,0 0 0,0-2 0,1-6 0,1-1 0,2-6 0,2-3 0,2-3 0,0-2 0,0-1 0,1-2 0,0-2 0,2-2 0,0-3 0,1 0 0,-2-1 0,-1 0 0,-3 0 0,-3-1 0,-3 1 0,-3-1 0,-4-1 0,-9 0 0,-4 0 0,-10 2 0,-3 2 0,-3 4 0,2 0 0,6 1 0,5 1 0,10 0 0,4 0 0,9 1 0,5 0 0,4 1 0,2 2 0,1 0 0,0-1 0,2-1 0,0 0 0,6-2 0,3 0 0,6 0 0,4-2 0,-3-1 0,-2-1 0,-4 0 0,-4 2 0,-3-1 0,-10 2 0,-18 1 0,-17 4 0,-19 6 0,-5 6 0,4 4 0,5 2 0,8-1 0,5-1 0,8-2 0,13-5 0,10-4 0,7-3 0,2-1 0,1 0 0,2-1 0,2-1 0,4-2 0,5 0 0,3-1 0,6 0 0,5-3 0,3-3 0,2-3 0,1-6 0,-1 0 0,-6 1 0,-7 3 0,-7 3 0,-3 4 0,-3 0 0,-5 2 0,-8 2 0,-12 2 0,-9 4 0,-6 6 0,0 6 0,5 2 0,4 1 0,5-2 0,5-2 0,5-4 0,6-3 0,2-3 0,2-2 0,1-2 0,-1-2 0,1-5 0,0-4 0,1-1 0,2 0 0,2 0 0,6 2 0,-4 3 0,0 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3T14:07:57.37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202 139 24575,'19'0'0,"1"0"0,7 0 0,-1 0 0,0 0 0,0 0 0,-5 0 0,-6 0 0,-6 0 0,-4 0 0,-2-1 0,-1-1 0,-2-1 0,-4 1 0,-3 1 0,-3 1 0,-6 0 0,-6 0 0,-10 0 0,-10 0 0,-1 0 0,-3 0 0,2 0 0,5 0 0,3 0 0,11 0 0,9 0 0,7-1 0,5 0 0,3-2 0,6-3 0,3-1 0,3-2 0,0 0 0,-3 2 0,1-1 0,0 1 0,2-2 0,2 0 0,0 0 0,1 0 0,0 0 0,-3 2 0,-3 1 0,-3 2 0,-2 1 0,-2 0 0,-3 1 0,-3 1 0,-5 0 0,-6 2 0,-3 1 0,-3 2 0,2 1 0,2 1 0,3-1 0,3 0 0,3 0 0,4-1 0,2 1 0,1-1 0,2-2 0,0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3T14:08:17.34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490 187 24575,'-17'8'0,"-3"5"0,-8 11 0,-6 8 0,-3 1 0,3 0 0,9-8 0,9-8 0,8-6 0,5-5 0,2-1 0,4-3 0,4-1 0,3-2 0,3-3 0,3-3 0,6-6 0,7-4 0,3-2 0,5-2 0,4 0 0,-2 1 0,-4 3 0,-7 2 0,-10 5 0,-3 1 0,-8 3 0,-3 2 0,-3 1 0,-13 12 0,-7 10 0,-17 17 0,-2 7 0,0 3 0,1 1 0,2 1 0,2 0 0,3-1 0,8-10 0,6-9 0,7-9 0,3-7 0,1-3 0,3-5 0,1-3 0,6-9 0,2-3 0,6-7 0,2 0 0,1-4 0,1 2 0,-3 0 0,-2 4 0,-2 3 0,-1 1 0,0 2 0,-2 3 0,-2 2 0,-3 1 0,-3 3 0,-4-1 0,-9 9 0,-8 9 0,-11 14 0,-11 18 0,-8 12 0,3 2 0,3 1 0,6-3 0,6-4 0,4-5 0,9-13 0,7-11 0,5-10 0,2-5 0,3-6 0,3-6 0,7-12 0,3-4 0,10-16 0,6-7 0,13-17 0,1-4 0,6-9 0,-4 4 0,-7 8 0,-4 2 0,-10 18 0,-5 8 0,-7 12 0,-1 7 0,-5 5 0,-2 3 0,-5 3 0,-1 1 0,-2 1 0,5-3 0,2 0 0,7-6 0,3-2 0,4-6 0,3-3 0,2-3 0,0-1 0,-1 0 0,-5 5 0,-4 4 0,-4 4 0,-3 5 0,-11 18 0,-4 11 0,-9 25 0,1 7 0,-2 7 0,2 0 0,4-10 0,2-9 0,6-13 0,3-11 0,3-5 0,1-7 0,1-4 0,1-5 0,5-10 0,0 1 0,3-6 0,-2 4 0,1-5 0,5-9 0,10-23 0,11-21 0,12-21 0,-20 42 0,1 0 0,-1 3 0,0 1 0,16-30 0,-8 20 0,-7 12 0,-9 16 0,-5 9 0,-6 14 0,-8 13 0,-4 10 0,-3 10 0,-2 7 0,-2 7 0,0 7 0,-2 4 0,1 6 0,0 6 0,2-1 0,0-3 0,2-1 0,3-13 0,3-8 0,1-11 0,3-13 0,1-7 0,3-14 0,5-16 0,9-18 0,11-35 0,-10 27 0,1-3 0,1-6 0,0 0 0,1-5 0,0 0 0,-2 6 0,-1 1 0,11-34 0,-7 19 0,-9 24 0,-6 19 0,-1 17 0,-4 27 0,-1 31 0,-1 27 0,0 9 0,0-4 0,0-12 0,0-12 0,0-8 0,0-10 0,0-14 0,0-12 0,0-6 0,0-4 0,0-1 0,2-1 0,5-19 0,0 4 0,4-15 0,-3 10 0,0 2 0,-1 4 0,0 3 0,-2 5 0,-1 9 0,-1 17 0,2 23 0,0 29 0,0 9 0,-3 8 0,-2-5 0,0-11 0,0-8 0,0-22 0,0-17 0,0-14 0,0-6 0,1-7 0,1-12 0,1-19 0,4-21 0,0-9 0,1-1 0,-1 5 0,-1 7 0,0 7 0,-2 11 0,-1 12 0,-1 18 0,-2 16 0,-2 21 0,-6 21 0,-4 2 0,-6-3 0,-1-13 0,2-11 0,4-7 0,4-10 0,3-8 0,-1-4 0,-2-2 0,-4-6 0,-4-8 0,-2-6 0,-3-9 0,3-2 0,1-2 0,3-2 0,3-3 0,3-6 0,4-1 0,3-3 0,2 0 0,0 3 0,0 5 0,-1 10 0,0 9 0,-1 8 0,0 7 0,1 27 0,1 3 0,0 20 0,0-13 0,0-7 0,0-7 0,0-7 0,0-4 0,0-30 0,3 2-6784,1-24 6784,1 10 0,1 5 0,-2 6 0,-2 6 0,0 8 0,0 5 0,3 21 6784,5 20-6784,5 27 0,5 27 0,-7-37 0,0 1 0,1 2 0,0-1 0,-1-5 0,-1-2 0,10 32 0,-6-22 0,-1-10 0,-4-15 0,-3-16 0,-3-18 0,-3-20 0,-2-13 0,-4-11 0,-4-6 0,-3-1 0,-2-5 0,-1 2 0,-1-2 0,1-1 0,-1-7 0,2 2 0,3 4 0,1 5 0,3 11 0,0 8 0,3 11 0,1 9 0,2 8 0,0 28 0,0 2 0,0 28 0,1-10 0,1-2 0,2-11 0,-1-11 0,-1-7 0,-1-5 0,-1-36 0,-2-16 0,-3-45 0,-3-6 0,2 46 0,0 1 0,-7-49 0,2 24 0,1 15 0,4 21 0,2 14 0,1 8 0,-1 10 0,0 14 0,-2 16 0,0 12 0,0 15 0,0 0 0,1-1 0,0-2 0,1-9 0,0-8 0,1-11 0,1-9 0,0-4 0,1-3 0,0-11 0,0 7 0,-2 15 0,-1 11 0,-3 23 0,1-8 0,1-1 0,0-2 0,1-3 0,0-4 0,1-6 0,1-9 0,1-6 0,0-3 0,1 0 0,-1-2 0,1 0 0,0 0 0,0 1 0,0 1 0,0 1 0,0 0 0,0-1 0,0 0 0,0-2 0,-1 0 0,0 1 0,-3 1 0,-1 0 0,-2 1 0,-2-2 0,1 0 0,-1-1 0,0-2 0,-3-1 0,-9-1 0,-6-5 0,-5-5 0,-4-6 0,-3-3 0,4 2 0,3 1 0,8 3 0,6 2 0,5 2 0,4 2 0,5 0 0,3 1 0,0 0 0,0 1 0,2 3 0,1 0 0,3 0 0,4 0 0,4-1 0,4-1 0,2-1 0,4-1 0,1-2 0,2 0 0,-2 1 0,-1 1 0,-3 1 0,-3 1 0,0 0 0,-4 1 0,-3 0 0,-3 1 0,-2 1 0,1 0 0,1 0 0,3 1 0,4 0 0,2 0 0,0 1 0,-1 1 0,-3 0 0,-2 1 0,-3 1 0,-2-1 0,-1 0 0,-2 0 0,-1 1 0,0 0 0,-1 1 0,0 0 0,-2 1 0,-1 0 0,-2 0 0,-2-1 0,0 0 0,0-1 0,-3-1 0,-1-2 0,-1 0 0,-1 0 0,1-1 0,-1-2 0,1-1 0,2-3 0,1-1 0,2-2 0,-1 0 0,0-1 0,2 1 0,-1 2 0,2 1 0,0 1 0,0 3 0,2 0 0,0 0 0,2 0 0,0-2 0,1-1 0,0-1 0,0-3 0,2-1 0,0 0 0,2-1 0,0 1 0,-2 2 0,0 1 0,-2 2 0,0 1 0,0-1 0,-1 1 0,-2 0 0,-3 2 0,-6 0 0,-2 0 0,-3-1 0,0-1 0,3 0 0,1-1 0,3 0 0,2 0 0,1 1 0,1 0 0,0-2 0,-1 0 0,1-1 0,0-2 0,2 2 0,0-1 0,1 0 0,1 0 0,-2-3 0,1-1 0,0 2 0,0-1 0,0 4 0,0 1 0,0 3 0,1 9 0,1 3 0,-1 6 0,0 2 0,-1 1 0,-1 2 0,0-3 0,1-1 0,1-2 0,1 0 0,1 2 0,-1-1 0,1 2 0,0-2 0,0-2 0,0-4 0,0-2 0,0-2 0,1-1 0,2-1 0,2-1 0,4 0 0,3 2 0,3 1 0,4 1 0,3 4 0,1 1 0,-1 0 0,-1 0 0,-2-2 0,-1 2 0,-4-3 0,-4 1 0,-1 1 0,-2-2 0,-1 1 0,-1-1 0,-1 0 0,1 0 0,0 1 0,-1 0 0,1-1 0,0 1 0,-1-2 0,1-1 0,0 0 0,0-2 0,1 0 0,0 0 0,-1 0 0,0 0 0,-1-2 0,0 0 0,0-2 0,-1 1 0,0-1 0,0 0 0,-1-3 0,0 1 0,-2-3 0,0 2 0,0-1 0,1 2 0,0 0 0,0-1 0,0-1 0,1-1 0,0-3 0,3-8 0,0-7 0,1-11 0,-2-7 0,-1-3 0,-3-6 0,-6-6 0,-7-13 0,-12-25 0,10 42 0,0-1 0,1 2 0,0 1 0,-12-45 0,7 24 0,2 11 0,4 15 0,3 18 0,4 14 0,1 10 0,1 9 0,1-4 0,3 7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78067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148C6-7BF0-8D39-89CE-54061A2AA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EE6E40-4534-B8DA-35A2-72428ED405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83527E-A4E1-30CF-E76A-61AB0DAE25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6A969B-0298-C844-D09E-5B8051382D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0677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FA8CA-4E19-A848-7B79-D20100E2A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C00BC7-641C-B0A5-9189-EF5AF3423A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C7F673-5BBE-8C46-43D0-FB4703CC99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79A5E7-5773-92ED-055A-3579741E04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1880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65748-3AB6-F776-EA69-31D93E5D6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B5EBC5-08C5-1A24-5CE9-409B61524E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7EBC1C-8AF4-387D-F0B3-20C389AFFE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6E486B-96CB-4AA4-C7E0-2C2028D939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6219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251D7-D727-E85A-3B3D-47B125F78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9F830A-35AF-A8EE-6324-029A462C30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682AB0-CF69-D42D-DCE2-754D3BC3D7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9990A7-7F4C-FAA7-089D-35A29F502C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5539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AF16868B-76F3-D1AB-C1E7-94B4CBF43DD8}"/>
              </a:ext>
            </a:extLst>
          </p:cNvPr>
          <p:cNvSpPr/>
          <p:nvPr userDrawn="1"/>
        </p:nvSpPr>
        <p:spPr>
          <a:xfrm>
            <a:off x="0" y="0"/>
            <a:ext cx="9144000" cy="1170709"/>
          </a:xfrm>
          <a:prstGeom prst="rect">
            <a:avLst/>
          </a:prstGeom>
          <a:solidFill>
            <a:srgbClr val="F2EE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527E46A9-0AE5-FE79-2446-8A8A7AF859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667173" y="56892"/>
            <a:ext cx="1411513" cy="566347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anthropic.com/claude" TargetMode="External"/><Relationship Id="rId3" Type="http://schemas.openxmlformats.org/officeDocument/2006/relationships/image" Target="../media/image2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svg"/><Relationship Id="rId5" Type="http://schemas.openxmlformats.org/officeDocument/2006/relationships/hyperlink" Target="https://c-team-ml4b-fall-detection.streamlit.app/" TargetMode="External"/><Relationship Id="rId4" Type="http://schemas.openxmlformats.org/officeDocument/2006/relationships/hyperlink" Target="https://github.com/FAU-ML4B/C-Team-ML4B-2026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9.png"/><Relationship Id="rId18" Type="http://schemas.openxmlformats.org/officeDocument/2006/relationships/image" Target="../media/image14.svg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12" Type="http://schemas.openxmlformats.org/officeDocument/2006/relationships/customXml" Target="../ink/ink5.xml"/><Relationship Id="rId17" Type="http://schemas.openxmlformats.org/officeDocument/2006/relationships/image" Target="../media/image13.sv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2.sv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1" Type="http://schemas.openxmlformats.org/officeDocument/2006/relationships/image" Target="../media/image8.png"/><Relationship Id="rId5" Type="http://schemas.openxmlformats.org/officeDocument/2006/relationships/image" Target="../media/image5.png"/><Relationship Id="rId15" Type="http://schemas.openxmlformats.org/officeDocument/2006/relationships/image" Target="../media/image11.svg"/><Relationship Id="rId10" Type="http://schemas.openxmlformats.org/officeDocument/2006/relationships/customXml" Target="../ink/ink4.xml"/><Relationship Id="rId19" Type="http://schemas.openxmlformats.org/officeDocument/2006/relationships/image" Target="../media/image15.svg"/><Relationship Id="rId4" Type="http://schemas.openxmlformats.org/officeDocument/2006/relationships/customXml" Target="../ink/ink1.xml"/><Relationship Id="rId9" Type="http://schemas.openxmlformats.org/officeDocument/2006/relationships/image" Target="../media/image7.png"/><Relationship Id="rId14" Type="http://schemas.openxmlformats.org/officeDocument/2006/relationships/image" Target="../media/image10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13" Type="http://schemas.openxmlformats.org/officeDocument/2006/relationships/image" Target="../media/image24.svg"/><Relationship Id="rId3" Type="http://schemas.openxmlformats.org/officeDocument/2006/relationships/image" Target="../media/image12.svg"/><Relationship Id="rId7" Type="http://schemas.openxmlformats.org/officeDocument/2006/relationships/image" Target="../media/image18.svg"/><Relationship Id="rId12" Type="http://schemas.openxmlformats.org/officeDocument/2006/relationships/image" Target="../media/image23.svg"/><Relationship Id="rId17" Type="http://schemas.openxmlformats.org/officeDocument/2006/relationships/image" Target="../media/image28.sv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7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svg"/><Relationship Id="rId11" Type="http://schemas.openxmlformats.org/officeDocument/2006/relationships/image" Target="../media/image22.svg"/><Relationship Id="rId5" Type="http://schemas.openxmlformats.org/officeDocument/2006/relationships/image" Target="../media/image16.svg"/><Relationship Id="rId15" Type="http://schemas.openxmlformats.org/officeDocument/2006/relationships/image" Target="../media/image26.svg"/><Relationship Id="rId10" Type="http://schemas.openxmlformats.org/officeDocument/2006/relationships/image" Target="../media/image21.svg"/><Relationship Id="rId4" Type="http://schemas.openxmlformats.org/officeDocument/2006/relationships/hyperlink" Target="https://www.tszheichoi.com/sensorlogger" TargetMode="External"/><Relationship Id="rId9" Type="http://schemas.openxmlformats.org/officeDocument/2006/relationships/image" Target="../media/image20.svg"/><Relationship Id="rId14" Type="http://schemas.openxmlformats.org/officeDocument/2006/relationships/image" Target="../media/image25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9.png"/><Relationship Id="rId7" Type="http://schemas.openxmlformats.org/officeDocument/2006/relationships/image" Target="../media/image3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svg"/><Relationship Id="rId5" Type="http://schemas.openxmlformats.org/officeDocument/2006/relationships/image" Target="../media/image30.svg"/><Relationship Id="rId10" Type="http://schemas.openxmlformats.org/officeDocument/2006/relationships/hyperlink" Target="https://github.com/FAU-ML4B/C-Team-ML4B-2026" TargetMode="External"/><Relationship Id="rId4" Type="http://schemas.openxmlformats.org/officeDocument/2006/relationships/image" Target="../media/image13.svg"/><Relationship Id="rId9" Type="http://schemas.openxmlformats.org/officeDocument/2006/relationships/hyperlink" Target="https://www.anthropic.com/claude" TargetMode="Externa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13" Type="http://schemas.openxmlformats.org/officeDocument/2006/relationships/image" Target="../media/image42.svg"/><Relationship Id="rId3" Type="http://schemas.openxmlformats.org/officeDocument/2006/relationships/image" Target="../media/image34.png"/><Relationship Id="rId7" Type="http://schemas.openxmlformats.org/officeDocument/2006/relationships/image" Target="../media/image37.svg"/><Relationship Id="rId12" Type="http://schemas.openxmlformats.org/officeDocument/2006/relationships/hyperlink" Target="https://github.com/FAU-ML4B/C-Team-ML4B-2026" TargetMode="External"/><Relationship Id="rId2" Type="http://schemas.openxmlformats.org/officeDocument/2006/relationships/notesSlide" Target="../notesSlides/notesSlide5.xml"/><Relationship Id="rId16" Type="http://schemas.openxmlformats.org/officeDocument/2006/relationships/hyperlink" Target="https://qr.io/dashboard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svg"/><Relationship Id="rId11" Type="http://schemas.openxmlformats.org/officeDocument/2006/relationships/image" Target="../media/image41.svg"/><Relationship Id="rId5" Type="http://schemas.openxmlformats.org/officeDocument/2006/relationships/image" Target="../media/image35.png"/><Relationship Id="rId15" Type="http://schemas.openxmlformats.org/officeDocument/2006/relationships/image" Target="../media/image44.svg"/><Relationship Id="rId10" Type="http://schemas.openxmlformats.org/officeDocument/2006/relationships/image" Target="../media/image40.svg"/><Relationship Id="rId4" Type="http://schemas.openxmlformats.org/officeDocument/2006/relationships/hyperlink" Target="https://c-team-ml4b-fall-detection.streamlit.app/" TargetMode="External"/><Relationship Id="rId9" Type="http://schemas.openxmlformats.org/officeDocument/2006/relationships/image" Target="../media/image39.svg"/><Relationship Id="rId14" Type="http://schemas.openxmlformats.org/officeDocument/2006/relationships/image" Target="../media/image4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1794B-84CD-0BCB-B16F-D224CC3C7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43D90C9-13E6-9174-2B0C-785C2574919F}"/>
              </a:ext>
            </a:extLst>
          </p:cNvPr>
          <p:cNvSpPr/>
          <p:nvPr/>
        </p:nvSpPr>
        <p:spPr>
          <a:xfrm>
            <a:off x="5785842" y="0"/>
            <a:ext cx="3358158" cy="5143500"/>
          </a:xfrm>
          <a:prstGeom prst="rect">
            <a:avLst/>
          </a:prstGeom>
          <a:solidFill>
            <a:srgbClr val="F2EEEE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CFEF3FD6-AA00-47BD-597E-0577001D42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5842" y="106263"/>
            <a:ext cx="3287316" cy="4930973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306D75EC-260A-68E6-E7DF-A50BB3FF955D}"/>
              </a:ext>
            </a:extLst>
          </p:cNvPr>
          <p:cNvSpPr/>
          <p:nvPr/>
        </p:nvSpPr>
        <p:spPr>
          <a:xfrm>
            <a:off x="480976" y="1173133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ctr">
              <a:lnSpc>
                <a:spcPct val="104000"/>
              </a:lnSpc>
              <a:buNone/>
            </a:pPr>
            <a:endParaRPr lang="en-US" sz="1600" i="1" dirty="0">
              <a:solidFill>
                <a:srgbClr val="152D47"/>
              </a:solidFill>
              <a:latin typeface="Times New Roman" panose="02020603050405020304" pitchFamily="18" charset="0"/>
              <a:ea typeface="Crimson Pro SemiBold" pitchFamily="34" charset="-122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4000"/>
              </a:lnSpc>
              <a:buNone/>
            </a:pPr>
            <a:endParaRPr lang="en-US" sz="1600" i="1" dirty="0">
              <a:solidFill>
                <a:srgbClr val="152D47"/>
              </a:solidFill>
              <a:latin typeface="Times New Roman" panose="02020603050405020304" pitchFamily="18" charset="0"/>
              <a:ea typeface="Crimson Pro SemiBold" pitchFamily="34" charset="-122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4000"/>
              </a:lnSpc>
              <a:buNone/>
            </a:pPr>
            <a:r>
              <a:rPr lang="en-US" sz="1600" i="1" dirty="0">
                <a:solidFill>
                  <a:srgbClr val="152D47"/>
                </a:solidFill>
                <a:latin typeface="Times New Roman" panose="02020603050405020304" pitchFamily="18" charset="0"/>
                <a:ea typeface="Crimson Pro SemiBold" pitchFamily="34" charset="-122"/>
                <a:cs typeface="Times New Roman" panose="02020603050405020304" pitchFamily="18" charset="0"/>
              </a:rPr>
              <a:t>Smartphone-Based Fall Detection</a:t>
            </a:r>
          </a:p>
          <a:p>
            <a:pPr marL="0" indent="0" algn="ctr">
              <a:lnSpc>
                <a:spcPct val="104000"/>
              </a:lnSpc>
              <a:buNone/>
            </a:pPr>
            <a:r>
              <a:rPr lang="en-US" sz="1600" i="1" dirty="0">
                <a:solidFill>
                  <a:srgbClr val="152D47"/>
                </a:solidFill>
                <a:latin typeface="Times New Roman" panose="02020603050405020304" pitchFamily="18" charset="0"/>
                <a:ea typeface="Crimson Pro SemiBold" pitchFamily="34" charset="-122"/>
                <a:cs typeface="Times New Roman" panose="02020603050405020304" pitchFamily="18" charset="0"/>
              </a:rPr>
              <a:t>Projekt des C-Teams</a:t>
            </a: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7F072D4A-C71E-74DA-AFC0-69611584BF8A}"/>
              </a:ext>
            </a:extLst>
          </p:cNvPr>
          <p:cNvSpPr/>
          <p:nvPr/>
        </p:nvSpPr>
        <p:spPr>
          <a:xfrm>
            <a:off x="480976" y="2215005"/>
            <a:ext cx="4722763" cy="10667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de-DE" sz="1100" dirty="0">
                <a:solidFill>
                  <a:srgbClr val="4C4C4D"/>
                </a:solidFill>
                <a:latin typeface="+mj-lt"/>
                <a:ea typeface="Heebo" pitchFamily="34" charset="-122"/>
                <a:cs typeface="Heebo" pitchFamily="34" charset="-120"/>
              </a:rPr>
              <a:t>Ein ML-Prototyp zur Sturzerkennung aus Smartphone-IMU-Daten (betrachtet und entwickelt entlang des iterativen CRISP-DM), Ausgabe: </a:t>
            </a:r>
            <a:r>
              <a:rPr lang="de-DE" sz="1100" b="1" dirty="0" err="1">
                <a:solidFill>
                  <a:srgbClr val="4C4C4D"/>
                </a:solidFill>
                <a:latin typeface="+mj-lt"/>
                <a:ea typeface="Heebo" pitchFamily="34" charset="-122"/>
                <a:cs typeface="Heebo" pitchFamily="34" charset="-120"/>
              </a:rPr>
              <a:t>no</a:t>
            </a:r>
            <a:r>
              <a:rPr lang="de-DE" sz="1100" b="1" dirty="0">
                <a:solidFill>
                  <a:srgbClr val="4C4C4D"/>
                </a:solidFill>
                <a:latin typeface="+mj-lt"/>
                <a:ea typeface="Heebo" pitchFamily="34" charset="-122"/>
                <a:cs typeface="Heebo" pitchFamily="34" charset="-120"/>
              </a:rPr>
              <a:t> fall · </a:t>
            </a:r>
            <a:r>
              <a:rPr lang="de-DE" sz="1100" b="1" dirty="0" err="1">
                <a:solidFill>
                  <a:srgbClr val="4C4C4D"/>
                </a:solidFill>
                <a:latin typeface="+mj-lt"/>
                <a:ea typeface="Heebo" pitchFamily="34" charset="-122"/>
                <a:cs typeface="Heebo" pitchFamily="34" charset="-120"/>
              </a:rPr>
              <a:t>uncertain</a:t>
            </a:r>
            <a:r>
              <a:rPr lang="de-DE" sz="1100" b="1" dirty="0">
                <a:solidFill>
                  <a:srgbClr val="4C4C4D"/>
                </a:solidFill>
                <a:latin typeface="+mj-lt"/>
                <a:ea typeface="Heebo" pitchFamily="34" charset="-122"/>
                <a:cs typeface="Heebo" pitchFamily="34" charset="-120"/>
              </a:rPr>
              <a:t> · fall</a:t>
            </a:r>
            <a:endParaRPr lang="en-US" sz="1100" b="1" dirty="0">
              <a:latin typeface="+mj-lt"/>
            </a:endParaRPr>
          </a:p>
        </p:txBody>
      </p: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34D579A5-79B9-8F84-5BA2-3017282C02C6}"/>
              </a:ext>
            </a:extLst>
          </p:cNvPr>
          <p:cNvGrpSpPr/>
          <p:nvPr/>
        </p:nvGrpSpPr>
        <p:grpSpPr>
          <a:xfrm>
            <a:off x="73694" y="4443530"/>
            <a:ext cx="5641306" cy="593705"/>
            <a:chOff x="4253934" y="6023391"/>
            <a:chExt cx="5641306" cy="786414"/>
          </a:xfrm>
        </p:grpSpPr>
        <p:grpSp>
          <p:nvGrpSpPr>
            <p:cNvPr id="9" name="Gruppieren 8">
              <a:extLst>
                <a:ext uri="{FF2B5EF4-FFF2-40B4-BE49-F238E27FC236}">
                  <a16:creationId xmlns:a16="http://schemas.microsoft.com/office/drawing/2014/main" id="{EE255FC7-BDD9-E0BC-B1F2-2B9CBD1A0906}"/>
                </a:ext>
              </a:extLst>
            </p:cNvPr>
            <p:cNvGrpSpPr/>
            <p:nvPr/>
          </p:nvGrpSpPr>
          <p:grpSpPr>
            <a:xfrm>
              <a:off x="4253934" y="6023391"/>
              <a:ext cx="3690053" cy="786414"/>
              <a:chOff x="3840920" y="6061755"/>
              <a:chExt cx="3690053" cy="786414"/>
            </a:xfrm>
          </p:grpSpPr>
          <p:sp>
            <p:nvSpPr>
              <p:cNvPr id="11" name="Textplatzhalter 2">
                <a:extLst>
                  <a:ext uri="{FF2B5EF4-FFF2-40B4-BE49-F238E27FC236}">
                    <a16:creationId xmlns:a16="http://schemas.microsoft.com/office/drawing/2014/main" id="{BFC9484E-F8C9-2F92-946C-01683977482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40920" y="6061755"/>
                <a:ext cx="1738800" cy="786414"/>
              </a:xfrm>
              <a:prstGeom prst="rect">
                <a:avLst/>
              </a:prstGeom>
            </p:spPr>
            <p:txBody>
              <a:bodyPr lIns="91440" tIns="45720" rIns="91440" bIns="45720" anchor="t"/>
              <a:lstStyle>
                <a:lvl1pPr marL="0" indent="0" algn="l" defTabSz="914400" rtl="0" eaLnBrk="1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180000" indent="-180000" algn="l" defTabSz="914400" rtl="0" eaLnBrk="1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>
                    <a:schemeClr val="accent4"/>
                  </a:buClr>
                  <a:buFont typeface="Symbol" panose="05050102010706020507" pitchFamily="18" charset="2"/>
                  <a:buChar char="-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360000" indent="-180000" algn="l" defTabSz="914400" rtl="0" eaLnBrk="1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>
                    <a:schemeClr val="accent4"/>
                  </a:buClr>
                  <a:buFont typeface="Symbol" panose="05050102010706020507" pitchFamily="18" charset="2"/>
                  <a:buChar char="-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540000" indent="-180000" algn="l" defTabSz="914400" rtl="0" eaLnBrk="1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>
                    <a:schemeClr val="accent4"/>
                  </a:buClr>
                  <a:buFont typeface="Symbol" panose="05050102010706020507" pitchFamily="18" charset="2"/>
                  <a:buChar char="-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720000" indent="-180000" algn="l" defTabSz="914400" rtl="0" eaLnBrk="1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>
                    <a:schemeClr val="accent4"/>
                  </a:buClr>
                  <a:buFont typeface="Symbol" panose="05050102010706020507" pitchFamily="18" charset="2"/>
                  <a:buChar char="-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900000" indent="-180000" algn="l" defTabSz="914400" rtl="0" eaLnBrk="1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>
                    <a:schemeClr val="accent4"/>
                  </a:buClr>
                  <a:buFont typeface="Symbol" panose="05050102010706020507" pitchFamily="18" charset="2"/>
                  <a:buChar char="-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080000" indent="-180000" algn="l" defTabSz="914400" rtl="0" eaLnBrk="1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>
                    <a:schemeClr val="accent4"/>
                  </a:buClr>
                  <a:buFont typeface="Symbol" panose="05050102010706020507" pitchFamily="18" charset="2"/>
                  <a:buChar char="-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260000" indent="-180000" algn="l" defTabSz="914400" rtl="0" eaLnBrk="1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>
                    <a:schemeClr val="accent4"/>
                  </a:buClr>
                  <a:buFont typeface="Symbol" panose="05050102010706020507" pitchFamily="18" charset="2"/>
                  <a:buChar char="-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1440000" indent="-180000" algn="l" defTabSz="914400" rtl="0" eaLnBrk="1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>
                    <a:schemeClr val="accent4"/>
                  </a:buClr>
                  <a:buFont typeface="Symbol" panose="05050102010706020507" pitchFamily="18" charset="2"/>
                  <a:buChar char="-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spcAft>
                    <a:spcPts val="0"/>
                  </a:spcAft>
                </a:pPr>
                <a:r>
                  <a:rPr lang="de-DE" sz="800" b="1" dirty="0">
                    <a:cs typeface="Arial"/>
                  </a:rPr>
                  <a:t>Präsentiert vom P-Team:</a:t>
                </a:r>
              </a:p>
              <a:p>
                <a:pPr marL="180000" lvl="2" indent="0">
                  <a:lnSpc>
                    <a:spcPct val="100000"/>
                  </a:lnSpc>
                  <a:spcAft>
                    <a:spcPts val="0"/>
                  </a:spcAft>
                  <a:buNone/>
                </a:pPr>
                <a:r>
                  <a:rPr lang="de-DE" sz="800" dirty="0">
                    <a:cs typeface="Arial"/>
                  </a:rPr>
                  <a:t>Tobias Franz (23227575)</a:t>
                </a:r>
              </a:p>
              <a:p>
                <a:pPr marL="180000" lvl="2" indent="0">
                  <a:lnSpc>
                    <a:spcPct val="100000"/>
                  </a:lnSpc>
                  <a:spcAft>
                    <a:spcPts val="0"/>
                  </a:spcAft>
                  <a:buNone/>
                </a:pPr>
                <a:r>
                  <a:rPr lang="de-DE" sz="800" dirty="0">
                    <a:cs typeface="Arial"/>
                  </a:rPr>
                  <a:t>Vincent Schreyer (22951733)</a:t>
                </a:r>
              </a:p>
              <a:p>
                <a:pPr marL="180000" lvl="2" indent="0">
                  <a:lnSpc>
                    <a:spcPct val="100000"/>
                  </a:lnSpc>
                  <a:spcAft>
                    <a:spcPts val="0"/>
                  </a:spcAft>
                  <a:buNone/>
                </a:pPr>
                <a:r>
                  <a:rPr lang="de-DE" sz="800" dirty="0">
                    <a:cs typeface="Arial"/>
                  </a:rPr>
                  <a:t>Tim Walther (23117958)</a:t>
                </a:r>
              </a:p>
            </p:txBody>
          </p:sp>
          <p:sp>
            <p:nvSpPr>
              <p:cNvPr id="12" name="Textplatzhalter 2">
                <a:extLst>
                  <a:ext uri="{FF2B5EF4-FFF2-40B4-BE49-F238E27FC236}">
                    <a16:creationId xmlns:a16="http://schemas.microsoft.com/office/drawing/2014/main" id="{9D7C5077-471C-3B02-44A8-EF85F8737C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793870" y="6061755"/>
                <a:ext cx="1737103" cy="786414"/>
              </a:xfrm>
              <a:prstGeom prst="rect">
                <a:avLst/>
              </a:prstGeom>
            </p:spPr>
            <p:txBody>
              <a:bodyPr lIns="91440" tIns="45720" rIns="91440" bIns="45720" anchor="t"/>
              <a:lstStyle>
                <a:lvl1pPr marL="0" indent="0" algn="l" defTabSz="914400" rtl="0" eaLnBrk="1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180000" indent="-180000" algn="l" defTabSz="914400" rtl="0" eaLnBrk="1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>
                    <a:schemeClr val="accent4"/>
                  </a:buClr>
                  <a:buFont typeface="Symbol" panose="05050102010706020507" pitchFamily="18" charset="2"/>
                  <a:buChar char="-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360000" indent="-180000" algn="l" defTabSz="914400" rtl="0" eaLnBrk="1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>
                    <a:schemeClr val="accent4"/>
                  </a:buClr>
                  <a:buFont typeface="Symbol" panose="05050102010706020507" pitchFamily="18" charset="2"/>
                  <a:buChar char="-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540000" indent="-180000" algn="l" defTabSz="914400" rtl="0" eaLnBrk="1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>
                    <a:schemeClr val="accent4"/>
                  </a:buClr>
                  <a:buFont typeface="Symbol" panose="05050102010706020507" pitchFamily="18" charset="2"/>
                  <a:buChar char="-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720000" indent="-180000" algn="l" defTabSz="914400" rtl="0" eaLnBrk="1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>
                    <a:schemeClr val="accent4"/>
                  </a:buClr>
                  <a:buFont typeface="Symbol" panose="05050102010706020507" pitchFamily="18" charset="2"/>
                  <a:buChar char="-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900000" indent="-180000" algn="l" defTabSz="914400" rtl="0" eaLnBrk="1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>
                    <a:schemeClr val="accent4"/>
                  </a:buClr>
                  <a:buFont typeface="Symbol" panose="05050102010706020507" pitchFamily="18" charset="2"/>
                  <a:buChar char="-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080000" indent="-180000" algn="l" defTabSz="914400" rtl="0" eaLnBrk="1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>
                    <a:schemeClr val="accent4"/>
                  </a:buClr>
                  <a:buFont typeface="Symbol" panose="05050102010706020507" pitchFamily="18" charset="2"/>
                  <a:buChar char="-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260000" indent="-180000" algn="l" defTabSz="914400" rtl="0" eaLnBrk="1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>
                    <a:schemeClr val="accent4"/>
                  </a:buClr>
                  <a:buFont typeface="Symbol" panose="05050102010706020507" pitchFamily="18" charset="2"/>
                  <a:buChar char="-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1440000" indent="-180000" algn="l" defTabSz="914400" rtl="0" eaLnBrk="1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>
                    <a:schemeClr val="accent4"/>
                  </a:buClr>
                  <a:buFont typeface="Symbol" panose="05050102010706020507" pitchFamily="18" charset="2"/>
                  <a:buChar char="-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spcAft>
                    <a:spcPts val="0"/>
                  </a:spcAft>
                </a:pPr>
                <a:r>
                  <a:rPr lang="de-DE" sz="800" b="1" dirty="0">
                    <a:cs typeface="Arial"/>
                  </a:rPr>
                  <a:t>Projekt des C-Teams:</a:t>
                </a:r>
              </a:p>
              <a:p>
                <a:pPr marL="180000" lvl="2" indent="0">
                  <a:lnSpc>
                    <a:spcPct val="100000"/>
                  </a:lnSpc>
                  <a:spcAft>
                    <a:spcPts val="0"/>
                  </a:spcAft>
                  <a:buNone/>
                </a:pPr>
                <a:r>
                  <a:rPr lang="de-DE" sz="800" dirty="0">
                    <a:cs typeface="Arial"/>
                  </a:rPr>
                  <a:t>Leopold Eberlein (23266141)</a:t>
                </a:r>
              </a:p>
              <a:p>
                <a:pPr marL="180000" lvl="2" indent="0">
                  <a:lnSpc>
                    <a:spcPct val="100000"/>
                  </a:lnSpc>
                  <a:spcAft>
                    <a:spcPts val="0"/>
                  </a:spcAft>
                  <a:buNone/>
                </a:pPr>
                <a:r>
                  <a:rPr lang="de-DE" sz="800" dirty="0">
                    <a:cs typeface="Arial"/>
                  </a:rPr>
                  <a:t>Felix Geier (22656880)</a:t>
                </a:r>
              </a:p>
              <a:p>
                <a:pPr marL="180000" lvl="2" indent="0">
                  <a:lnSpc>
                    <a:spcPct val="100000"/>
                  </a:lnSpc>
                  <a:spcAft>
                    <a:spcPts val="0"/>
                  </a:spcAft>
                  <a:buNone/>
                </a:pPr>
                <a:r>
                  <a:rPr lang="de-DE" sz="800" dirty="0">
                    <a:cs typeface="Arial"/>
                  </a:rPr>
                  <a:t>Lea Herrmann (23065876)</a:t>
                </a:r>
              </a:p>
            </p:txBody>
          </p:sp>
        </p:grpSp>
        <p:sp>
          <p:nvSpPr>
            <p:cNvPr id="10" name="Textplatzhalter 2">
              <a:extLst>
                <a:ext uri="{FF2B5EF4-FFF2-40B4-BE49-F238E27FC236}">
                  <a16:creationId xmlns:a16="http://schemas.microsoft.com/office/drawing/2014/main" id="{DE3200F2-5770-92BF-DFDA-4305E8A8E755}"/>
                </a:ext>
              </a:extLst>
            </p:cNvPr>
            <p:cNvSpPr txBox="1">
              <a:spLocks/>
            </p:cNvSpPr>
            <p:nvPr/>
          </p:nvSpPr>
          <p:spPr>
            <a:xfrm>
              <a:off x="8158137" y="6023391"/>
              <a:ext cx="1737103" cy="786414"/>
            </a:xfrm>
            <a:prstGeom prst="rect">
              <a:avLst/>
            </a:prstGeom>
          </p:spPr>
          <p:txBody>
            <a:bodyPr lIns="91440" tIns="45720" rIns="91440" bIns="45720" anchor="t"/>
            <a:lstStyle>
              <a:lvl1pPr marL="0" indent="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4"/>
                </a:buClr>
                <a:buFont typeface="Symbol" panose="05050102010706020507" pitchFamily="18" charset="2"/>
                <a:buChar char="-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0000" indent="-180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4"/>
                </a:buClr>
                <a:buFont typeface="Symbol" panose="05050102010706020507" pitchFamily="18" charset="2"/>
                <a:buChar char="-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40000" indent="-180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4"/>
                </a:buClr>
                <a:buFont typeface="Symbol" panose="05050102010706020507" pitchFamily="18" charset="2"/>
                <a:buChar char="-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4"/>
                </a:buClr>
                <a:buFont typeface="Symbol" panose="05050102010706020507" pitchFamily="18" charset="2"/>
                <a:buChar char="-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900000" indent="-180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4"/>
                </a:buClr>
                <a:buFont typeface="Symbol" panose="05050102010706020507" pitchFamily="18" charset="2"/>
                <a:buChar char="-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080000" indent="-180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4"/>
                </a:buClr>
                <a:buFont typeface="Symbol" panose="05050102010706020507" pitchFamily="18" charset="2"/>
                <a:buChar char="-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260000" indent="-180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4"/>
                </a:buClr>
                <a:buFont typeface="Symbol" panose="05050102010706020507" pitchFamily="18" charset="2"/>
                <a:buChar char="-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440000" indent="-180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4"/>
                </a:buClr>
                <a:buFont typeface="Symbol" panose="05050102010706020507" pitchFamily="18" charset="2"/>
                <a:buChar char="-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spcAft>
                  <a:spcPts val="0"/>
                </a:spcAft>
              </a:pPr>
              <a:r>
                <a:rPr lang="de-DE" sz="800" dirty="0">
                  <a:cs typeface="Arial"/>
                </a:rPr>
                <a:t>GitHub-Repository: </a:t>
              </a:r>
              <a:r>
                <a:rPr lang="de-DE" sz="800" u="sng" dirty="0">
                  <a:solidFill>
                    <a:srgbClr val="152D47"/>
                  </a:solidFill>
                  <a:cs typeface="Arial"/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https://github.com/FAU-ML4B/C-Team-ML4B-2026</a:t>
              </a:r>
              <a:endParaRPr lang="de-DE" sz="800" u="sng" dirty="0">
                <a:solidFill>
                  <a:srgbClr val="152D47"/>
                </a:solidFill>
                <a:cs typeface="Arial"/>
              </a:endParaRPr>
            </a:p>
            <a:p>
              <a:pPr>
                <a:lnSpc>
                  <a:spcPct val="100000"/>
                </a:lnSpc>
                <a:spcAft>
                  <a:spcPts val="0"/>
                </a:spcAft>
              </a:pPr>
              <a:r>
                <a:rPr lang="de-DE" sz="800" dirty="0">
                  <a:cs typeface="Arial"/>
                </a:rPr>
                <a:t>Prototyp (</a:t>
              </a:r>
              <a:r>
                <a:rPr lang="de-DE" sz="800" dirty="0" err="1">
                  <a:cs typeface="Arial"/>
                </a:rPr>
                <a:t>Streamlit</a:t>
              </a:r>
              <a:r>
                <a:rPr lang="de-DE" sz="800" dirty="0">
                  <a:cs typeface="Arial"/>
                </a:rPr>
                <a:t>): </a:t>
              </a:r>
              <a:r>
                <a:rPr lang="de-DE" sz="800" dirty="0">
                  <a:solidFill>
                    <a:srgbClr val="152D47"/>
                  </a:solidFill>
                  <a:cs typeface="Arial"/>
                  <a:hlinkClick r:id="rId5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https://c-team-ml4b-fall-detection.streamlit.app/</a:t>
              </a:r>
              <a:endParaRPr lang="de-DE" sz="800" dirty="0">
                <a:solidFill>
                  <a:srgbClr val="152D47"/>
                </a:solidFill>
                <a:cs typeface="Arial"/>
              </a:endParaRPr>
            </a:p>
            <a:p>
              <a:pPr>
                <a:lnSpc>
                  <a:spcPct val="100000"/>
                </a:lnSpc>
                <a:spcAft>
                  <a:spcPts val="0"/>
                </a:spcAft>
              </a:pPr>
              <a:endParaRPr lang="de-DE" sz="800" dirty="0">
                <a:cs typeface="Arial"/>
              </a:endParaRPr>
            </a:p>
          </p:txBody>
        </p:sp>
      </p:grp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DB51F08E-E16B-287B-55A0-9037BC166DA7}"/>
              </a:ext>
            </a:extLst>
          </p:cNvPr>
          <p:cNvGrpSpPr/>
          <p:nvPr/>
        </p:nvGrpSpPr>
        <p:grpSpPr>
          <a:xfrm>
            <a:off x="317209" y="3084394"/>
            <a:ext cx="5177582" cy="779562"/>
            <a:chOff x="306404" y="2921426"/>
            <a:chExt cx="5177582" cy="779562"/>
          </a:xfrm>
        </p:grpSpPr>
        <p:sp>
          <p:nvSpPr>
            <p:cNvPr id="16" name="Shape 5">
              <a:extLst>
                <a:ext uri="{FF2B5EF4-FFF2-40B4-BE49-F238E27FC236}">
                  <a16:creationId xmlns:a16="http://schemas.microsoft.com/office/drawing/2014/main" id="{34E52930-D2F9-770F-C54F-9D9B22A252B6}"/>
                </a:ext>
              </a:extLst>
            </p:cNvPr>
            <p:cNvSpPr/>
            <p:nvPr/>
          </p:nvSpPr>
          <p:spPr>
            <a:xfrm>
              <a:off x="306404" y="2921426"/>
              <a:ext cx="5177582" cy="779562"/>
            </a:xfrm>
            <a:prstGeom prst="roundRect">
              <a:avLst>
                <a:gd name="adj" fmla="val 2728"/>
              </a:avLst>
            </a:prstGeom>
            <a:solidFill>
              <a:srgbClr val="CCD7FF"/>
            </a:solidFill>
            <a:ln/>
          </p:spPr>
          <p:txBody>
            <a:bodyPr/>
            <a:lstStyle/>
            <a:p>
              <a:endParaRPr lang="de-DE" dirty="0"/>
            </a:p>
          </p:txBody>
        </p:sp>
        <p:pic>
          <p:nvPicPr>
            <p:cNvPr id="17" name="Image 1" descr="Marke Fragezeichen mit einfarbiger Füllung">
              <a:extLst>
                <a:ext uri="{FF2B5EF4-FFF2-40B4-BE49-F238E27FC236}">
                  <a16:creationId xmlns:a16="http://schemas.microsoft.com/office/drawing/2014/main" id="{BBA59C20-CE1C-12C0-2457-4129E928736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480976" y="3084393"/>
              <a:ext cx="236534" cy="236534"/>
            </a:xfrm>
            <a:prstGeom prst="rect">
              <a:avLst/>
            </a:prstGeom>
          </p:spPr>
        </p:pic>
        <p:sp>
          <p:nvSpPr>
            <p:cNvPr id="18" name="Text 6">
              <a:extLst>
                <a:ext uri="{FF2B5EF4-FFF2-40B4-BE49-F238E27FC236}">
                  <a16:creationId xmlns:a16="http://schemas.microsoft.com/office/drawing/2014/main" id="{F3BD6D11-3B15-3A3A-92EE-F76FD054295F}"/>
                </a:ext>
              </a:extLst>
            </p:cNvPr>
            <p:cNvSpPr/>
            <p:nvPr/>
          </p:nvSpPr>
          <p:spPr>
            <a:xfrm>
              <a:off x="793034" y="3084393"/>
              <a:ext cx="4575125" cy="4536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33000"/>
                </a:lnSpc>
                <a:buNone/>
              </a:pPr>
              <a:r>
                <a:rPr lang="en-US" sz="1100" b="1" dirty="0" err="1">
                  <a:solidFill>
                    <a:srgbClr val="000000"/>
                  </a:solidFill>
                  <a:ea typeface="Heebo Bold" pitchFamily="34" charset="-122"/>
                  <a:cs typeface="Heebo Bold" pitchFamily="34" charset="-120"/>
                </a:rPr>
                <a:t>Forschungsfrage</a:t>
              </a:r>
              <a:r>
                <a:rPr lang="en-US" sz="1100" b="1" dirty="0">
                  <a:solidFill>
                    <a:srgbClr val="000000"/>
                  </a:solidFill>
                  <a:ea typeface="Heebo Bold" pitchFamily="34" charset="-122"/>
                  <a:cs typeface="Heebo Bold" pitchFamily="34" charset="-120"/>
                </a:rPr>
                <a:t>:</a:t>
              </a:r>
              <a:r>
                <a:rPr lang="en-US" sz="1100" dirty="0">
                  <a:solidFill>
                    <a:srgbClr val="000000"/>
                  </a:solidFill>
                  <a:ea typeface="Heebo" pitchFamily="34" charset="-122"/>
                  <a:cs typeface="Heebo" pitchFamily="34" charset="-120"/>
                </a:rPr>
                <a:t> </a:t>
              </a:r>
              <a:r>
                <a:rPr lang="en-US" sz="1100" dirty="0" err="1">
                  <a:solidFill>
                    <a:srgbClr val="000000"/>
                  </a:solidFill>
                  <a:ea typeface="Heebo" pitchFamily="34" charset="-122"/>
                  <a:cs typeface="Heebo" pitchFamily="34" charset="-120"/>
                </a:rPr>
                <a:t>Können</a:t>
              </a:r>
              <a:r>
                <a:rPr lang="en-US" sz="1100" dirty="0">
                  <a:solidFill>
                    <a:srgbClr val="000000"/>
                  </a:solidFill>
                  <a:ea typeface="Heebo" pitchFamily="34" charset="-122"/>
                  <a:cs typeface="Heebo" pitchFamily="34" charset="-120"/>
                </a:rPr>
                <a:t> Smartphone-IMU-</a:t>
              </a:r>
              <a:r>
                <a:rPr lang="en-US" sz="1100" dirty="0" err="1">
                  <a:solidFill>
                    <a:srgbClr val="000000"/>
                  </a:solidFill>
                  <a:ea typeface="Heebo" pitchFamily="34" charset="-122"/>
                  <a:cs typeface="Heebo" pitchFamily="34" charset="-120"/>
                </a:rPr>
                <a:t>Daten</a:t>
              </a:r>
              <a:r>
                <a:rPr lang="en-US" sz="1100" dirty="0">
                  <a:solidFill>
                    <a:srgbClr val="000000"/>
                  </a:solidFill>
                  <a:ea typeface="Heebo" pitchFamily="34" charset="-122"/>
                  <a:cs typeface="Heebo" pitchFamily="34" charset="-120"/>
                </a:rPr>
                <a:t> </a:t>
              </a:r>
              <a:r>
                <a:rPr lang="en-US" sz="1100" dirty="0" err="1">
                  <a:solidFill>
                    <a:srgbClr val="000000"/>
                  </a:solidFill>
                  <a:ea typeface="Heebo" pitchFamily="34" charset="-122"/>
                  <a:cs typeface="Heebo" pitchFamily="34" charset="-120"/>
                </a:rPr>
                <a:t>genutzt</a:t>
              </a:r>
              <a:r>
                <a:rPr lang="en-US" sz="1100" dirty="0">
                  <a:solidFill>
                    <a:srgbClr val="000000"/>
                  </a:solidFill>
                  <a:ea typeface="Heebo" pitchFamily="34" charset="-122"/>
                  <a:cs typeface="Heebo" pitchFamily="34" charset="-120"/>
                </a:rPr>
                <a:t> </a:t>
              </a:r>
              <a:r>
                <a:rPr lang="en-US" sz="1100" dirty="0" err="1">
                  <a:solidFill>
                    <a:srgbClr val="000000"/>
                  </a:solidFill>
                  <a:ea typeface="Heebo" pitchFamily="34" charset="-122"/>
                  <a:cs typeface="Heebo" pitchFamily="34" charset="-120"/>
                </a:rPr>
                <a:t>werden</a:t>
              </a:r>
              <a:r>
                <a:rPr lang="en-US" sz="1100" dirty="0">
                  <a:solidFill>
                    <a:srgbClr val="000000"/>
                  </a:solidFill>
                  <a:ea typeface="Heebo" pitchFamily="34" charset="-122"/>
                  <a:cs typeface="Heebo" pitchFamily="34" charset="-120"/>
                </a:rPr>
                <a:t>, um </a:t>
              </a:r>
              <a:r>
                <a:rPr lang="en-US" sz="1100" dirty="0" err="1">
                  <a:solidFill>
                    <a:srgbClr val="000000"/>
                  </a:solidFill>
                  <a:ea typeface="Heebo" pitchFamily="34" charset="-122"/>
                  <a:cs typeface="Heebo" pitchFamily="34" charset="-120"/>
                </a:rPr>
                <a:t>Stürze</a:t>
              </a:r>
              <a:r>
                <a:rPr lang="en-US" sz="1100" dirty="0">
                  <a:solidFill>
                    <a:srgbClr val="000000"/>
                  </a:solidFill>
                  <a:ea typeface="Heebo" pitchFamily="34" charset="-122"/>
                  <a:cs typeface="Heebo" pitchFamily="34" charset="-120"/>
                </a:rPr>
                <a:t> </a:t>
              </a:r>
              <a:r>
                <a:rPr lang="en-US" sz="1100" dirty="0" err="1">
                  <a:solidFill>
                    <a:srgbClr val="000000"/>
                  </a:solidFill>
                  <a:ea typeface="Heebo" pitchFamily="34" charset="-122"/>
                  <a:cs typeface="Heebo" pitchFamily="34" charset="-120"/>
                </a:rPr>
                <a:t>zuverlässig</a:t>
              </a:r>
              <a:r>
                <a:rPr lang="en-US" sz="1100" dirty="0">
                  <a:solidFill>
                    <a:srgbClr val="000000"/>
                  </a:solidFill>
                  <a:ea typeface="Heebo" pitchFamily="34" charset="-122"/>
                  <a:cs typeface="Heebo" pitchFamily="34" charset="-120"/>
                </a:rPr>
                <a:t> von </a:t>
              </a:r>
              <a:r>
                <a:rPr lang="en-US" sz="1100" dirty="0" err="1">
                  <a:solidFill>
                    <a:srgbClr val="000000"/>
                  </a:solidFill>
                  <a:ea typeface="Heebo" pitchFamily="34" charset="-122"/>
                  <a:cs typeface="Heebo" pitchFamily="34" charset="-120"/>
                </a:rPr>
                <a:t>normalen</a:t>
              </a:r>
              <a:r>
                <a:rPr lang="en-US" sz="1100" dirty="0">
                  <a:solidFill>
                    <a:srgbClr val="000000"/>
                  </a:solidFill>
                  <a:ea typeface="Heebo" pitchFamily="34" charset="-122"/>
                  <a:cs typeface="Heebo" pitchFamily="34" charset="-120"/>
                </a:rPr>
                <a:t> </a:t>
              </a:r>
              <a:r>
                <a:rPr lang="en-US" sz="1100" dirty="0" err="1">
                  <a:solidFill>
                    <a:srgbClr val="000000"/>
                  </a:solidFill>
                  <a:ea typeface="Heebo" pitchFamily="34" charset="-122"/>
                  <a:cs typeface="Heebo" pitchFamily="34" charset="-120"/>
                </a:rPr>
                <a:t>Alltagsbewegungen</a:t>
              </a:r>
              <a:r>
                <a:rPr lang="en-US" sz="1100" dirty="0">
                  <a:solidFill>
                    <a:srgbClr val="000000"/>
                  </a:solidFill>
                  <a:ea typeface="Heebo" pitchFamily="34" charset="-122"/>
                  <a:cs typeface="Heebo" pitchFamily="34" charset="-120"/>
                </a:rPr>
                <a:t> </a:t>
              </a:r>
              <a:r>
                <a:rPr lang="en-US" sz="1100" dirty="0" err="1">
                  <a:solidFill>
                    <a:srgbClr val="000000"/>
                  </a:solidFill>
                  <a:ea typeface="Heebo" pitchFamily="34" charset="-122"/>
                  <a:cs typeface="Heebo" pitchFamily="34" charset="-120"/>
                </a:rPr>
                <a:t>zu</a:t>
              </a:r>
              <a:r>
                <a:rPr lang="en-US" sz="1100" dirty="0">
                  <a:solidFill>
                    <a:srgbClr val="000000"/>
                  </a:solidFill>
                  <a:ea typeface="Heebo" pitchFamily="34" charset="-122"/>
                  <a:cs typeface="Heebo" pitchFamily="34" charset="-120"/>
                </a:rPr>
                <a:t> </a:t>
              </a:r>
              <a:r>
                <a:rPr lang="en-US" sz="1100" dirty="0" err="1">
                  <a:solidFill>
                    <a:srgbClr val="000000"/>
                  </a:solidFill>
                  <a:ea typeface="Heebo" pitchFamily="34" charset="-122"/>
                  <a:cs typeface="Heebo" pitchFamily="34" charset="-120"/>
                </a:rPr>
                <a:t>unterscheiden</a:t>
              </a:r>
              <a:r>
                <a:rPr lang="en-US" sz="1100" dirty="0">
                  <a:solidFill>
                    <a:srgbClr val="000000"/>
                  </a:solidFill>
                  <a:ea typeface="Heebo" pitchFamily="34" charset="-122"/>
                  <a:cs typeface="Heebo" pitchFamily="34" charset="-120"/>
                </a:rPr>
                <a:t>?</a:t>
              </a:r>
              <a:endParaRPr lang="en-US" sz="1100" dirty="0"/>
            </a:p>
          </p:txBody>
        </p:sp>
      </p:grpSp>
      <p:pic>
        <p:nvPicPr>
          <p:cNvPr id="23" name="Grafik 22">
            <a:extLst>
              <a:ext uri="{FF2B5EF4-FFF2-40B4-BE49-F238E27FC236}">
                <a16:creationId xmlns:a16="http://schemas.microsoft.com/office/drawing/2014/main" id="{BDF374ED-8A61-DF18-66DD-B05CA8E80D8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76633" y="558513"/>
            <a:ext cx="2531448" cy="1015703"/>
          </a:xfrm>
          <a:prstGeom prst="rect">
            <a:avLst/>
          </a:prstGeom>
        </p:spPr>
      </p:pic>
      <p:sp>
        <p:nvSpPr>
          <p:cNvPr id="24" name="Fußzeilenplatzhalter 2">
            <a:extLst>
              <a:ext uri="{FF2B5EF4-FFF2-40B4-BE49-F238E27FC236}">
                <a16:creationId xmlns:a16="http://schemas.microsoft.com/office/drawing/2014/main" id="{C34E5624-D6D1-029D-836E-41EEB71F0F2E}"/>
              </a:ext>
            </a:extLst>
          </p:cNvPr>
          <p:cNvSpPr txBox="1">
            <a:spLocks/>
          </p:cNvSpPr>
          <p:nvPr/>
        </p:nvSpPr>
        <p:spPr>
          <a:xfrm>
            <a:off x="-259499" y="138253"/>
            <a:ext cx="6309387" cy="10772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de-DE" sz="700" dirty="0">
                <a:solidFill>
                  <a:prstClr val="black"/>
                </a:solidFill>
                <a:cs typeface="Heebo" pitchFamily="2" charset="-79"/>
              </a:rPr>
              <a:t>Friedrich-Alexander-Universität Erlangen-Nürnberg </a:t>
            </a:r>
            <a:r>
              <a:rPr lang="en-US" sz="700" dirty="0">
                <a:solidFill>
                  <a:prstClr val="black"/>
                </a:solidFill>
                <a:ea typeface="Calibri" pitchFamily="34" charset="-122"/>
                <a:cs typeface="Heebo" pitchFamily="2" charset="-79"/>
              </a:rPr>
              <a:t>| ML4B </a:t>
            </a:r>
            <a:r>
              <a:rPr lang="en-US" sz="700" dirty="0" err="1">
                <a:solidFill>
                  <a:prstClr val="black"/>
                </a:solidFill>
                <a:ea typeface="Calibri" pitchFamily="34" charset="-122"/>
                <a:cs typeface="Heebo" pitchFamily="2" charset="-79"/>
              </a:rPr>
              <a:t>SoSe</a:t>
            </a:r>
            <a:r>
              <a:rPr lang="en-US" sz="700" dirty="0">
                <a:solidFill>
                  <a:prstClr val="black"/>
                </a:solidFill>
                <a:ea typeface="Calibri" pitchFamily="34" charset="-122"/>
                <a:cs typeface="Heebo" pitchFamily="2" charset="-79"/>
              </a:rPr>
              <a:t> 2026 </a:t>
            </a:r>
            <a:endParaRPr lang="de-DE" sz="700" dirty="0">
              <a:solidFill>
                <a:prstClr val="black"/>
              </a:solidFill>
              <a:cs typeface="Heebo" pitchFamily="2" charset="-79"/>
            </a:endParaRP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1C361E4D-A35F-23E5-6D05-F543715FD667}"/>
              </a:ext>
            </a:extLst>
          </p:cNvPr>
          <p:cNvSpPr txBox="1"/>
          <p:nvPr/>
        </p:nvSpPr>
        <p:spPr>
          <a:xfrm>
            <a:off x="6006051" y="4784155"/>
            <a:ext cx="30614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de-DE" sz="500" dirty="0">
                <a:solidFill>
                  <a:srgbClr val="AEAEAE"/>
                </a:solidFill>
              </a:rPr>
              <a:t>Bild Quelle: Anthropic. (2026). Claude AI [KI-Tool]. </a:t>
            </a:r>
            <a:r>
              <a:rPr lang="de-DE" sz="500" dirty="0">
                <a:solidFill>
                  <a:srgbClr val="AEAEAE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https://www.anthropic.com/claude</a:t>
            </a:r>
            <a:endParaRPr lang="de-DE" sz="500" dirty="0">
              <a:solidFill>
                <a:srgbClr val="AEAEAE"/>
              </a:solidFill>
            </a:endParaRPr>
          </a:p>
          <a:p>
            <a:pPr algn="r">
              <a:buNone/>
            </a:pPr>
            <a:r>
              <a:rPr lang="de-DE" sz="500" dirty="0">
                <a:solidFill>
                  <a:srgbClr val="AEAEAE"/>
                </a:solidFill>
              </a:rPr>
              <a:t>Chapman, P., Clinton, J., Kerber, R., </a:t>
            </a:r>
            <a:r>
              <a:rPr lang="de-DE" sz="500" dirty="0" err="1">
                <a:solidFill>
                  <a:srgbClr val="AEAEAE"/>
                </a:solidFill>
              </a:rPr>
              <a:t>Khabaza</a:t>
            </a:r>
            <a:r>
              <a:rPr lang="de-DE" sz="500" dirty="0">
                <a:solidFill>
                  <a:srgbClr val="AEAEAE"/>
                </a:solidFill>
              </a:rPr>
              <a:t>, T., Reinartz, T., Shearer, C., &amp; Wirth, R. (2000). CRISP-DM 1.0: </a:t>
            </a:r>
            <a:r>
              <a:rPr lang="de-DE" sz="500" dirty="0" err="1">
                <a:solidFill>
                  <a:srgbClr val="AEAEAE"/>
                </a:solidFill>
              </a:rPr>
              <a:t>Step-by-step</a:t>
            </a:r>
            <a:r>
              <a:rPr lang="de-DE" sz="500" dirty="0">
                <a:solidFill>
                  <a:srgbClr val="AEAEAE"/>
                </a:solidFill>
              </a:rPr>
              <a:t> </a:t>
            </a:r>
            <a:r>
              <a:rPr lang="de-DE" sz="500" dirty="0" err="1">
                <a:solidFill>
                  <a:srgbClr val="AEAEAE"/>
                </a:solidFill>
              </a:rPr>
              <a:t>data</a:t>
            </a:r>
            <a:r>
              <a:rPr lang="de-DE" sz="500" dirty="0">
                <a:solidFill>
                  <a:srgbClr val="AEAEAE"/>
                </a:solidFill>
              </a:rPr>
              <a:t> </a:t>
            </a:r>
            <a:r>
              <a:rPr lang="de-DE" sz="500" dirty="0" err="1">
                <a:solidFill>
                  <a:srgbClr val="AEAEAE"/>
                </a:solidFill>
              </a:rPr>
              <a:t>mining</a:t>
            </a:r>
            <a:r>
              <a:rPr lang="de-DE" sz="500" dirty="0">
                <a:solidFill>
                  <a:srgbClr val="AEAEAE"/>
                </a:solidFill>
              </a:rPr>
              <a:t> </a:t>
            </a:r>
            <a:r>
              <a:rPr lang="de-DE" sz="500" dirty="0" err="1">
                <a:solidFill>
                  <a:srgbClr val="AEAEAE"/>
                </a:solidFill>
              </a:rPr>
              <a:t>guide</a:t>
            </a:r>
            <a:r>
              <a:rPr lang="de-DE" sz="500" dirty="0">
                <a:solidFill>
                  <a:srgbClr val="AEAEAE"/>
                </a:solidFill>
              </a:rPr>
              <a:t>. CRISP-DM </a:t>
            </a:r>
            <a:r>
              <a:rPr lang="de-DE" sz="500" dirty="0" err="1">
                <a:solidFill>
                  <a:srgbClr val="AEAEAE"/>
                </a:solidFill>
              </a:rPr>
              <a:t>Consortium</a:t>
            </a:r>
            <a:r>
              <a:rPr lang="de-DE" sz="500" dirty="0">
                <a:solidFill>
                  <a:srgbClr val="AEAEAE"/>
                </a:solidFill>
              </a:rPr>
              <a:t>.</a:t>
            </a:r>
          </a:p>
          <a:p>
            <a:pPr algn="r">
              <a:buNone/>
            </a:pPr>
            <a:endParaRPr lang="de-DE" sz="500" dirty="0">
              <a:solidFill>
                <a:srgbClr val="AEAEA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8190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8" y="509290"/>
            <a:ext cx="6901211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de-DE" sz="2400" dirty="0">
                <a:solidFill>
                  <a:srgbClr val="152D47"/>
                </a:solidFill>
                <a:latin typeface="Times New Roman" panose="02020603050405020304" pitchFamily="18" charset="0"/>
                <a:ea typeface="Crimson Pro SemiBold" pitchFamily="34" charset="-122"/>
                <a:cs typeface="Times New Roman" panose="02020603050405020304" pitchFamily="18" charset="0"/>
              </a:rPr>
              <a:t>Einordnung des Problems und des Business Case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7472337E-C1A6-D180-9321-ECC5A29F8470}"/>
              </a:ext>
            </a:extLst>
          </p:cNvPr>
          <p:cNvGrpSpPr/>
          <p:nvPr/>
        </p:nvGrpSpPr>
        <p:grpSpPr>
          <a:xfrm>
            <a:off x="-824865" y="4774920"/>
            <a:ext cx="333375" cy="136812"/>
            <a:chOff x="-133350" y="2711163"/>
            <a:chExt cx="333375" cy="136812"/>
          </a:xfrm>
        </p:grpSpPr>
        <p:cxnSp>
          <p:nvCxnSpPr>
            <p:cNvPr id="24" name="Gerader Verbinder 23">
              <a:extLst>
                <a:ext uri="{FF2B5EF4-FFF2-40B4-BE49-F238E27FC236}">
                  <a16:creationId xmlns:a16="http://schemas.microsoft.com/office/drawing/2014/main" id="{579119B9-DD6E-B426-676F-965FED73545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noFill/>
            <a:ln w="6350" cap="flat" cmpd="sng" algn="ctr">
              <a:solidFill>
                <a:srgbClr val="4D4D4D"/>
              </a:solidFill>
              <a:prstDash val="solid"/>
              <a:miter lim="800000"/>
            </a:ln>
            <a:effectLst/>
          </p:spPr>
        </p:cxnSp>
        <p:sp>
          <p:nvSpPr>
            <p:cNvPr id="25" name="Textfeld 24">
              <a:extLst>
                <a:ext uri="{FF2B5EF4-FFF2-40B4-BE49-F238E27FC236}">
                  <a16:creationId xmlns:a16="http://schemas.microsoft.com/office/drawing/2014/main" id="{A6BF4275-471C-10B4-7315-62868AC236CC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de-DE" sz="800" b="0" i="0" u="none" strike="noStrike" kern="0" cap="none" spc="0" normalizeH="0" baseline="0" noProof="0">
                  <a:ln>
                    <a:noFill/>
                  </a:ln>
                  <a:solidFill>
                    <a:srgbClr val="4D4D4D"/>
                  </a:solidFill>
                  <a:effectLst/>
                  <a:uLnTx/>
                  <a:uFillTx/>
                  <a:latin typeface="Arial"/>
                </a:rPr>
                <a:t>08,90</a:t>
              </a:r>
            </a:p>
          </p:txBody>
        </p:sp>
      </p:grpSp>
      <p:sp>
        <p:nvSpPr>
          <p:cNvPr id="26" name="Datumsplatzhalter 1">
            <a:extLst>
              <a:ext uri="{FF2B5EF4-FFF2-40B4-BE49-F238E27FC236}">
                <a16:creationId xmlns:a16="http://schemas.microsoft.com/office/drawing/2014/main" id="{7B2E6CC4-1D5D-5514-DAD8-C7818C25C57E}"/>
              </a:ext>
            </a:extLst>
          </p:cNvPr>
          <p:cNvSpPr txBox="1">
            <a:spLocks/>
          </p:cNvSpPr>
          <p:nvPr/>
        </p:nvSpPr>
        <p:spPr>
          <a:xfrm>
            <a:off x="8251173" y="4991689"/>
            <a:ext cx="407163" cy="92333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AC63C1E1-AC59-4719-B48A-47AE7D11D1F4}" type="datetime4">
              <a:rPr lang="de-DE" sz="600" smtClean="0">
                <a:solidFill>
                  <a:prstClr val="black"/>
                </a:solidFill>
                <a:cs typeface="Heebo" pitchFamily="2" charset="-79"/>
              </a:rPr>
              <a:pPr>
                <a:defRPr/>
              </a:pPr>
              <a:t>25. Juni 2026</a:t>
            </a:fld>
            <a:endParaRPr lang="de-DE" sz="600">
              <a:solidFill>
                <a:prstClr val="black"/>
              </a:solidFill>
              <a:cs typeface="Heebo" pitchFamily="2" charset="-79"/>
            </a:endParaRPr>
          </a:p>
        </p:txBody>
      </p:sp>
      <p:sp>
        <p:nvSpPr>
          <p:cNvPr id="27" name="Fußzeilenplatzhalter 2">
            <a:extLst>
              <a:ext uri="{FF2B5EF4-FFF2-40B4-BE49-F238E27FC236}">
                <a16:creationId xmlns:a16="http://schemas.microsoft.com/office/drawing/2014/main" id="{2DD89348-8EA8-770B-8A39-7E5E262D425F}"/>
              </a:ext>
            </a:extLst>
          </p:cNvPr>
          <p:cNvSpPr txBox="1">
            <a:spLocks/>
          </p:cNvSpPr>
          <p:nvPr/>
        </p:nvSpPr>
        <p:spPr>
          <a:xfrm>
            <a:off x="91412" y="5006814"/>
            <a:ext cx="6309387" cy="18466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de-DE" sz="600" dirty="0">
                <a:cs typeface="Heebo" pitchFamily="2" charset="-79"/>
              </a:rPr>
              <a:t>Friedrich-Alexander-Universität Erlangen-Nürnberg </a:t>
            </a:r>
            <a:r>
              <a:rPr lang="en-US" sz="600" dirty="0">
                <a:ea typeface="Calibri" pitchFamily="34" charset="-122"/>
                <a:cs typeface="Heebo" pitchFamily="2" charset="-79"/>
              </a:rPr>
              <a:t>| ML4B </a:t>
            </a:r>
            <a:r>
              <a:rPr lang="en-US" sz="600" dirty="0" err="1">
                <a:ea typeface="Calibri" pitchFamily="34" charset="-122"/>
                <a:cs typeface="Heebo" pitchFamily="2" charset="-79"/>
              </a:rPr>
              <a:t>SoSe</a:t>
            </a:r>
            <a:r>
              <a:rPr lang="en-US" sz="600" dirty="0">
                <a:ea typeface="Calibri" pitchFamily="34" charset="-122"/>
                <a:cs typeface="Heebo" pitchFamily="2" charset="-79"/>
              </a:rPr>
              <a:t> 2026</a:t>
            </a:r>
            <a:r>
              <a:rPr lang="de-DE" sz="600" dirty="0">
                <a:ea typeface="Calibri" pitchFamily="34" charset="-122"/>
                <a:cs typeface="Heebo" pitchFamily="2" charset="-79"/>
              </a:rPr>
              <a:t> | Präsentiert vom P-Team: Tobias Franz · Vincent Schreyer · Tim Walther | Projekt des C-Teams </a:t>
            </a:r>
          </a:p>
          <a:p>
            <a:pPr>
              <a:defRPr/>
            </a:pPr>
            <a:endParaRPr lang="de-DE" sz="600" dirty="0">
              <a:cs typeface="Heebo" pitchFamily="2" charset="-79"/>
            </a:endParaRPr>
          </a:p>
        </p:txBody>
      </p:sp>
      <p:sp>
        <p:nvSpPr>
          <p:cNvPr id="28" name="Foliennummernplatzhalter 3">
            <a:extLst>
              <a:ext uri="{FF2B5EF4-FFF2-40B4-BE49-F238E27FC236}">
                <a16:creationId xmlns:a16="http://schemas.microsoft.com/office/drawing/2014/main" id="{3E9CF991-8BF4-8884-F165-707B1A4F6C29}"/>
              </a:ext>
            </a:extLst>
          </p:cNvPr>
          <p:cNvSpPr txBox="1">
            <a:spLocks/>
          </p:cNvSpPr>
          <p:nvPr/>
        </p:nvSpPr>
        <p:spPr>
          <a:xfrm>
            <a:off x="9028983" y="4991689"/>
            <a:ext cx="38472" cy="92333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D949F9DF-37BD-4CD6-BF49-65BA579E1D7A}" type="slidenum">
              <a:rPr lang="de-DE" sz="600" smtClean="0">
                <a:solidFill>
                  <a:prstClr val="black"/>
                </a:solidFill>
                <a:cs typeface="Heebo" pitchFamily="2" charset="-79"/>
              </a:rPr>
              <a:pPr>
                <a:defRPr/>
              </a:pPr>
              <a:t>2</a:t>
            </a:fld>
            <a:endParaRPr lang="de-DE" sz="600">
              <a:solidFill>
                <a:prstClr val="black"/>
              </a:solidFill>
              <a:cs typeface="Heebo" pitchFamily="2" charset="-79"/>
            </a:endParaRPr>
          </a:p>
        </p:txBody>
      </p: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1F6AC7A3-996C-1220-9EE5-27DE37F97451}"/>
              </a:ext>
            </a:extLst>
          </p:cNvPr>
          <p:cNvGrpSpPr/>
          <p:nvPr/>
        </p:nvGrpSpPr>
        <p:grpSpPr>
          <a:xfrm>
            <a:off x="279190" y="1699746"/>
            <a:ext cx="2628230" cy="2628230"/>
            <a:chOff x="496119" y="1585392"/>
            <a:chExt cx="2628230" cy="2628230"/>
          </a:xfrm>
        </p:grpSpPr>
        <p:pic>
          <p:nvPicPr>
            <p:cNvPr id="3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6119" y="1585392"/>
              <a:ext cx="2628230" cy="2628230"/>
            </a:xfrm>
            <a:prstGeom prst="rect">
              <a:avLst/>
            </a:prstGeom>
          </p:spPr>
        </p:pic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2" name="Freihand 11">
                  <a:extLst>
                    <a:ext uri="{FF2B5EF4-FFF2-40B4-BE49-F238E27FC236}">
                      <a16:creationId xmlns:a16="http://schemas.microsoft.com/office/drawing/2014/main" id="{237E7C27-BF2A-1710-B8E0-75E066E1B4D1}"/>
                    </a:ext>
                  </a:extLst>
                </p14:cNvPr>
                <p14:cNvContentPartPr/>
                <p14:nvPr/>
              </p14:nvContentPartPr>
              <p14:xfrm>
                <a:off x="2295847" y="2993496"/>
                <a:ext cx="355320" cy="268200"/>
              </p14:xfrm>
            </p:contentPart>
          </mc:Choice>
          <mc:Fallback>
            <p:pic>
              <p:nvPicPr>
                <p:cNvPr id="12" name="Freihand 11">
                  <a:extLst>
                    <a:ext uri="{FF2B5EF4-FFF2-40B4-BE49-F238E27FC236}">
                      <a16:creationId xmlns:a16="http://schemas.microsoft.com/office/drawing/2014/main" id="{237E7C27-BF2A-1710-B8E0-75E066E1B4D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259883" y="2957496"/>
                  <a:ext cx="426887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6" name="Freihand 15">
                  <a:extLst>
                    <a:ext uri="{FF2B5EF4-FFF2-40B4-BE49-F238E27FC236}">
                      <a16:creationId xmlns:a16="http://schemas.microsoft.com/office/drawing/2014/main" id="{C19197D3-3E7C-4B01-09F4-135A25F832FA}"/>
                    </a:ext>
                  </a:extLst>
                </p14:cNvPr>
                <p14:cNvContentPartPr/>
                <p14:nvPr/>
              </p14:nvContentPartPr>
              <p14:xfrm>
                <a:off x="2425087" y="3149376"/>
                <a:ext cx="264960" cy="153000"/>
              </p14:xfrm>
            </p:contentPart>
          </mc:Choice>
          <mc:Fallback>
            <p:pic>
              <p:nvPicPr>
                <p:cNvPr id="16" name="Freihand 15">
                  <a:extLst>
                    <a:ext uri="{FF2B5EF4-FFF2-40B4-BE49-F238E27FC236}">
                      <a16:creationId xmlns:a16="http://schemas.microsoft.com/office/drawing/2014/main" id="{C19197D3-3E7C-4B01-09F4-135A25F832F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407087" y="3131376"/>
                  <a:ext cx="300600" cy="18864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19" name="Gruppieren 18">
              <a:extLst>
                <a:ext uri="{FF2B5EF4-FFF2-40B4-BE49-F238E27FC236}">
                  <a16:creationId xmlns:a16="http://schemas.microsoft.com/office/drawing/2014/main" id="{827C696B-D03B-17AA-114F-CB3A9F650CC6}"/>
                </a:ext>
              </a:extLst>
            </p:cNvPr>
            <p:cNvGrpSpPr/>
            <p:nvPr/>
          </p:nvGrpSpPr>
          <p:grpSpPr>
            <a:xfrm>
              <a:off x="2381527" y="2504976"/>
              <a:ext cx="336960" cy="798840"/>
              <a:chOff x="2381527" y="2504976"/>
              <a:chExt cx="336960" cy="79884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8">
                <p14:nvContentPartPr>
                  <p14:cNvPr id="13" name="Freihand 12">
                    <a:extLst>
                      <a:ext uri="{FF2B5EF4-FFF2-40B4-BE49-F238E27FC236}">
                        <a16:creationId xmlns:a16="http://schemas.microsoft.com/office/drawing/2014/main" id="{CCF60FEA-BB9E-DEBD-37B8-9C81D1B2AA3B}"/>
                      </a:ext>
                    </a:extLst>
                  </p14:cNvPr>
                  <p14:cNvContentPartPr/>
                  <p14:nvPr/>
                </p14:nvContentPartPr>
                <p14:xfrm>
                  <a:off x="2383327" y="3056496"/>
                  <a:ext cx="335160" cy="247320"/>
                </p14:xfrm>
              </p:contentPart>
            </mc:Choice>
            <mc:Fallback>
              <p:pic>
                <p:nvPicPr>
                  <p:cNvPr id="13" name="Freihand 12">
                    <a:extLst>
                      <a:ext uri="{FF2B5EF4-FFF2-40B4-BE49-F238E27FC236}">
                        <a16:creationId xmlns:a16="http://schemas.microsoft.com/office/drawing/2014/main" id="{CCF60FEA-BB9E-DEBD-37B8-9C81D1B2AA3B}"/>
                      </a:ext>
                    </a:extLst>
                  </p:cNvPr>
                  <p:cNvPicPr/>
                  <p:nvPr/>
                </p:nvPicPr>
                <p:blipFill>
                  <a:blip r:embed="rId9"/>
                  <a:stretch>
                    <a:fillRect/>
                  </a:stretch>
                </p:blipFill>
                <p:spPr>
                  <a:xfrm>
                    <a:off x="2374327" y="3047509"/>
                    <a:ext cx="352800" cy="26493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0">
                <p14:nvContentPartPr>
                  <p14:cNvPr id="14" name="Freihand 13">
                    <a:extLst>
                      <a:ext uri="{FF2B5EF4-FFF2-40B4-BE49-F238E27FC236}">
                        <a16:creationId xmlns:a16="http://schemas.microsoft.com/office/drawing/2014/main" id="{6319F754-BDAA-E7C6-0DA3-6A697068DD0C}"/>
                      </a:ext>
                    </a:extLst>
                  </p14:cNvPr>
                  <p14:cNvContentPartPr/>
                  <p14:nvPr/>
                </p14:nvContentPartPr>
                <p14:xfrm>
                  <a:off x="2419327" y="3163776"/>
                  <a:ext cx="144720" cy="50400"/>
                </p14:xfrm>
              </p:contentPart>
            </mc:Choice>
            <mc:Fallback>
              <p:pic>
                <p:nvPicPr>
                  <p:cNvPr id="14" name="Freihand 13">
                    <a:extLst>
                      <a:ext uri="{FF2B5EF4-FFF2-40B4-BE49-F238E27FC236}">
                        <a16:creationId xmlns:a16="http://schemas.microsoft.com/office/drawing/2014/main" id="{6319F754-BDAA-E7C6-0DA3-6A697068DD0C}"/>
                      </a:ext>
                    </a:extLst>
                  </p:cNvPr>
                  <p:cNvPicPr/>
                  <p:nvPr/>
                </p:nvPicPr>
                <p:blipFill>
                  <a:blip r:embed="rId11"/>
                  <a:stretch>
                    <a:fillRect/>
                  </a:stretch>
                </p:blipFill>
                <p:spPr>
                  <a:xfrm>
                    <a:off x="2410305" y="3154776"/>
                    <a:ext cx="162404" cy="680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2">
                <p14:nvContentPartPr>
                  <p14:cNvPr id="18" name="Freihand 17">
                    <a:extLst>
                      <a:ext uri="{FF2B5EF4-FFF2-40B4-BE49-F238E27FC236}">
                        <a16:creationId xmlns:a16="http://schemas.microsoft.com/office/drawing/2014/main" id="{7EAFE64A-E077-6DD8-C10C-105FF5AE044F}"/>
                      </a:ext>
                    </a:extLst>
                  </p14:cNvPr>
                  <p14:cNvContentPartPr/>
                  <p14:nvPr/>
                </p14:nvContentPartPr>
                <p14:xfrm>
                  <a:off x="2381527" y="2504976"/>
                  <a:ext cx="321840" cy="517680"/>
                </p14:xfrm>
              </p:contentPart>
            </mc:Choice>
            <mc:Fallback>
              <p:pic>
                <p:nvPicPr>
                  <p:cNvPr id="18" name="Freihand 17">
                    <a:extLst>
                      <a:ext uri="{FF2B5EF4-FFF2-40B4-BE49-F238E27FC236}">
                        <a16:creationId xmlns:a16="http://schemas.microsoft.com/office/drawing/2014/main" id="{7EAFE64A-E077-6DD8-C10C-105FF5AE044F}"/>
                      </a:ext>
                    </a:extLst>
                  </p:cNvPr>
                  <p:cNvPicPr/>
                  <p:nvPr/>
                </p:nvPicPr>
                <p:blipFill>
                  <a:blip r:embed="rId13"/>
                  <a:stretch>
                    <a:fillRect/>
                  </a:stretch>
                </p:blipFill>
                <p:spPr>
                  <a:xfrm>
                    <a:off x="2363547" y="2486976"/>
                    <a:ext cx="357440" cy="553320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  <p:grpSp>
        <p:nvGrpSpPr>
          <p:cNvPr id="35" name="Gruppieren 34">
            <a:extLst>
              <a:ext uri="{FF2B5EF4-FFF2-40B4-BE49-F238E27FC236}">
                <a16:creationId xmlns:a16="http://schemas.microsoft.com/office/drawing/2014/main" id="{0EC65395-C7D6-F397-28E0-0069DE4B4ADF}"/>
              </a:ext>
            </a:extLst>
          </p:cNvPr>
          <p:cNvGrpSpPr/>
          <p:nvPr/>
        </p:nvGrpSpPr>
        <p:grpSpPr>
          <a:xfrm>
            <a:off x="2796243" y="1825721"/>
            <a:ext cx="4114800" cy="2527212"/>
            <a:chOff x="457200" y="1280160"/>
            <a:chExt cx="4114800" cy="2527212"/>
          </a:xfrm>
        </p:grpSpPr>
        <p:sp>
          <p:nvSpPr>
            <p:cNvPr id="30" name="Shape 3">
              <a:extLst>
                <a:ext uri="{FF2B5EF4-FFF2-40B4-BE49-F238E27FC236}">
                  <a16:creationId xmlns:a16="http://schemas.microsoft.com/office/drawing/2014/main" id="{C9E5C763-1DA8-0378-37A0-83BE389EBDA8}"/>
                </a:ext>
              </a:extLst>
            </p:cNvPr>
            <p:cNvSpPr/>
            <p:nvPr/>
          </p:nvSpPr>
          <p:spPr>
            <a:xfrm>
              <a:off x="457200" y="1280160"/>
              <a:ext cx="4114800" cy="2527212"/>
            </a:xfrm>
            <a:prstGeom prst="rect">
              <a:avLst/>
            </a:prstGeom>
            <a:solidFill>
              <a:srgbClr val="F5F5F5"/>
            </a:solidFill>
            <a:ln/>
            <a:effectLst>
              <a:outerShdw blurRad="50800" dist="127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de-DE"/>
            </a:p>
          </p:txBody>
        </p:sp>
        <p:sp>
          <p:nvSpPr>
            <p:cNvPr id="31" name="Shape 4">
              <a:extLst>
                <a:ext uri="{FF2B5EF4-FFF2-40B4-BE49-F238E27FC236}">
                  <a16:creationId xmlns:a16="http://schemas.microsoft.com/office/drawing/2014/main" id="{D347364A-926F-0275-35FD-621953AD3AD3}"/>
                </a:ext>
              </a:extLst>
            </p:cNvPr>
            <p:cNvSpPr/>
            <p:nvPr/>
          </p:nvSpPr>
          <p:spPr>
            <a:xfrm>
              <a:off x="457200" y="1280160"/>
              <a:ext cx="54864" cy="2527200"/>
            </a:xfrm>
            <a:prstGeom prst="rect">
              <a:avLst/>
            </a:prstGeom>
            <a:solidFill>
              <a:schemeClr val="accent1"/>
            </a:solidFill>
            <a:ln/>
          </p:spPr>
          <p:txBody>
            <a:bodyPr/>
            <a:lstStyle/>
            <a:p>
              <a:endParaRPr lang="de-DE"/>
            </a:p>
          </p:txBody>
        </p:sp>
        <p:pic>
          <p:nvPicPr>
            <p:cNvPr id="32" name="Image 0" descr="Smartphone mit einfarbiger Füllung">
              <a:extLst>
                <a:ext uri="{FF2B5EF4-FFF2-40B4-BE49-F238E27FC236}">
                  <a16:creationId xmlns:a16="http://schemas.microsoft.com/office/drawing/2014/main" id="{6DAA1E57-73F8-AEC5-6E72-91B2D016D10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/>
          </p:blipFill>
          <p:spPr>
            <a:xfrm>
              <a:off x="685800" y="1417320"/>
              <a:ext cx="365760" cy="365760"/>
            </a:xfrm>
            <a:prstGeom prst="rect">
              <a:avLst/>
            </a:prstGeom>
          </p:spPr>
        </p:pic>
        <p:sp>
          <p:nvSpPr>
            <p:cNvPr id="33" name="Text 5">
              <a:extLst>
                <a:ext uri="{FF2B5EF4-FFF2-40B4-BE49-F238E27FC236}">
                  <a16:creationId xmlns:a16="http://schemas.microsoft.com/office/drawing/2014/main" id="{5DA30F77-C34C-15FC-E51E-47FB6AC72CC3}"/>
                </a:ext>
              </a:extLst>
            </p:cNvPr>
            <p:cNvSpPr/>
            <p:nvPr/>
          </p:nvSpPr>
          <p:spPr>
            <a:xfrm>
              <a:off x="1188720" y="1325880"/>
              <a:ext cx="32004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400" b="1" dirty="0">
                  <a:solidFill>
                    <a:srgbClr val="041E42"/>
                  </a:solidFill>
                  <a:latin typeface="Times New Roman" panose="02020603050405020304" pitchFamily="18" charset="0"/>
                  <a:ea typeface="Calibri"/>
                  <a:cs typeface="Times New Roman" panose="02020603050405020304" pitchFamily="18" charset="0"/>
                </a:rPr>
                <a:t>Business Case &amp; Framing</a:t>
              </a:r>
            </a:p>
          </p:txBody>
        </p:sp>
        <p:sp>
          <p:nvSpPr>
            <p:cNvPr id="34" name="Text 6">
              <a:extLst>
                <a:ext uri="{FF2B5EF4-FFF2-40B4-BE49-F238E27FC236}">
                  <a16:creationId xmlns:a16="http://schemas.microsoft.com/office/drawing/2014/main" id="{1E590395-C707-D334-9878-047340773226}"/>
                </a:ext>
              </a:extLst>
            </p:cNvPr>
            <p:cNvSpPr/>
            <p:nvPr/>
          </p:nvSpPr>
          <p:spPr>
            <a:xfrm>
              <a:off x="1188720" y="1645920"/>
              <a:ext cx="3200400" cy="21614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171450" indent="-17145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de-DE" sz="1100" dirty="0">
                  <a:solidFill>
                    <a:srgbClr val="66666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Stürze stellen ein relevantes Sicherheitsrisiko in Pflege, Alleinarbeit und Industrie dar</a:t>
              </a:r>
            </a:p>
            <a:p>
              <a:pPr marL="171450" indent="-17145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de-DE" sz="1100" dirty="0">
                  <a:solidFill>
                    <a:srgbClr val="66666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Verzögerte Hilfe erhöht Verletzungsschwere und Kosten</a:t>
              </a:r>
            </a:p>
            <a:p>
              <a:pPr marL="171450" indent="-17145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de-DE" sz="1100" dirty="0">
                  <a:solidFill>
                    <a:srgbClr val="66666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Bestehende Lösungen sind oft teuer oder invasiv</a:t>
              </a:r>
            </a:p>
            <a:p>
              <a:pPr marL="171450" indent="-17145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de-DE" sz="1100" b="1" dirty="0">
                  <a:solidFill>
                    <a:srgbClr val="66666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Smartphones</a:t>
              </a:r>
              <a:r>
                <a:rPr lang="de-DE" sz="1100" dirty="0">
                  <a:solidFill>
                    <a:srgbClr val="66666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besitzen bereits </a:t>
              </a:r>
              <a:r>
                <a:rPr lang="de-DE" sz="1100" b="1" dirty="0">
                  <a:solidFill>
                    <a:srgbClr val="66666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integrierte IMU-Sensoren</a:t>
              </a:r>
            </a:p>
            <a:p>
              <a:pPr marL="171450" indent="-17145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de-DE" sz="1100" b="1" dirty="0">
                  <a:solidFill>
                    <a:srgbClr val="66666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Ziel</a:t>
              </a:r>
              <a:r>
                <a:rPr lang="de-DE" sz="1100" dirty="0">
                  <a:solidFill>
                    <a:srgbClr val="66666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: zuverlässige Sturzerkennung ohne zusätzliche Hardware</a:t>
              </a:r>
            </a:p>
          </p:txBody>
        </p:sp>
      </p:grpSp>
      <p:sp>
        <p:nvSpPr>
          <p:cNvPr id="36" name="Shape 3">
            <a:extLst>
              <a:ext uri="{FF2B5EF4-FFF2-40B4-BE49-F238E27FC236}">
                <a16:creationId xmlns:a16="http://schemas.microsoft.com/office/drawing/2014/main" id="{34CBA5E0-356E-712C-9EB9-A539E2D5D0AE}"/>
              </a:ext>
            </a:extLst>
          </p:cNvPr>
          <p:cNvSpPr/>
          <p:nvPr/>
        </p:nvSpPr>
        <p:spPr>
          <a:xfrm>
            <a:off x="7078918" y="1869564"/>
            <a:ext cx="1579418" cy="5029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 dirty="0"/>
          </a:p>
        </p:txBody>
      </p:sp>
      <p:pic>
        <p:nvPicPr>
          <p:cNvPr id="37" name="Image 0" descr="Rutschig mit einfarbiger Füllung">
            <a:extLst>
              <a:ext uri="{FF2B5EF4-FFF2-40B4-BE49-F238E27FC236}">
                <a16:creationId xmlns:a16="http://schemas.microsoft.com/office/drawing/2014/main" id="{B4DD7597-5605-3FEE-C6B0-0774661114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/>
        </p:blipFill>
        <p:spPr>
          <a:xfrm>
            <a:off x="7155490" y="2006723"/>
            <a:ext cx="274631" cy="274631"/>
          </a:xfrm>
          <a:prstGeom prst="rect">
            <a:avLst/>
          </a:prstGeom>
        </p:spPr>
      </p:pic>
      <p:sp>
        <p:nvSpPr>
          <p:cNvPr id="38" name="Text 4">
            <a:extLst>
              <a:ext uri="{FF2B5EF4-FFF2-40B4-BE49-F238E27FC236}">
                <a16:creationId xmlns:a16="http://schemas.microsoft.com/office/drawing/2014/main" id="{56D2D535-59EF-0568-8108-982CF266F223}"/>
              </a:ext>
            </a:extLst>
          </p:cNvPr>
          <p:cNvSpPr/>
          <p:nvPr/>
        </p:nvSpPr>
        <p:spPr>
          <a:xfrm>
            <a:off x="7471344" y="2006723"/>
            <a:ext cx="1186992" cy="2746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Sturzereignis</a:t>
            </a:r>
            <a:endParaRPr lang="en-US" sz="1300" dirty="0"/>
          </a:p>
        </p:txBody>
      </p:sp>
      <p:sp>
        <p:nvSpPr>
          <p:cNvPr id="40" name="Shape 3">
            <a:extLst>
              <a:ext uri="{FF2B5EF4-FFF2-40B4-BE49-F238E27FC236}">
                <a16:creationId xmlns:a16="http://schemas.microsoft.com/office/drawing/2014/main" id="{0240B1E1-AD26-E671-1F37-DF0DECC9C8C2}"/>
              </a:ext>
            </a:extLst>
          </p:cNvPr>
          <p:cNvSpPr/>
          <p:nvPr/>
        </p:nvSpPr>
        <p:spPr>
          <a:xfrm>
            <a:off x="7078918" y="2508012"/>
            <a:ext cx="1579418" cy="502920"/>
          </a:xfrm>
          <a:prstGeom prst="rect">
            <a:avLst/>
          </a:prstGeom>
          <a:solidFill>
            <a:srgbClr val="F5F5F5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 dirty="0"/>
          </a:p>
        </p:txBody>
      </p:sp>
      <p:pic>
        <p:nvPicPr>
          <p:cNvPr id="41" name="Image 0" descr="Recherche mit einfarbiger Füllung">
            <a:extLst>
              <a:ext uri="{FF2B5EF4-FFF2-40B4-BE49-F238E27FC236}">
                <a16:creationId xmlns:a16="http://schemas.microsoft.com/office/drawing/2014/main" id="{E2068F57-A78F-03F8-5041-72C158E869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/>
        </p:blipFill>
        <p:spPr>
          <a:xfrm>
            <a:off x="7155490" y="2645171"/>
            <a:ext cx="274631" cy="274631"/>
          </a:xfrm>
          <a:prstGeom prst="rect">
            <a:avLst/>
          </a:prstGeom>
        </p:spPr>
      </p:pic>
      <p:sp>
        <p:nvSpPr>
          <p:cNvPr id="42" name="Text 4">
            <a:extLst>
              <a:ext uri="{FF2B5EF4-FFF2-40B4-BE49-F238E27FC236}">
                <a16:creationId xmlns:a16="http://schemas.microsoft.com/office/drawing/2014/main" id="{A8CA8932-1BE6-9B99-63A6-0594A1F29AD2}"/>
              </a:ext>
            </a:extLst>
          </p:cNvPr>
          <p:cNvSpPr/>
          <p:nvPr/>
        </p:nvSpPr>
        <p:spPr>
          <a:xfrm>
            <a:off x="7471344" y="2645171"/>
            <a:ext cx="1186992" cy="2746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Smartphone-IMU</a:t>
            </a:r>
            <a:endParaRPr lang="en-US" sz="1300" dirty="0"/>
          </a:p>
        </p:txBody>
      </p:sp>
      <p:sp>
        <p:nvSpPr>
          <p:cNvPr id="43" name="Shape 3">
            <a:extLst>
              <a:ext uri="{FF2B5EF4-FFF2-40B4-BE49-F238E27FC236}">
                <a16:creationId xmlns:a16="http://schemas.microsoft.com/office/drawing/2014/main" id="{E4708A5C-5765-CA2C-20CD-A0AA4B01B99F}"/>
              </a:ext>
            </a:extLst>
          </p:cNvPr>
          <p:cNvSpPr/>
          <p:nvPr/>
        </p:nvSpPr>
        <p:spPr>
          <a:xfrm>
            <a:off x="7078918" y="3142813"/>
            <a:ext cx="1579418" cy="502920"/>
          </a:xfrm>
          <a:prstGeom prst="rect">
            <a:avLst/>
          </a:prstGeom>
          <a:solidFill>
            <a:srgbClr val="F5F5F5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44" name="Image 0" descr="Illustrator mit einfarbiger Füllung">
            <a:extLst>
              <a:ext uri="{FF2B5EF4-FFF2-40B4-BE49-F238E27FC236}">
                <a16:creationId xmlns:a16="http://schemas.microsoft.com/office/drawing/2014/main" id="{13D1B173-9901-3C77-1107-593326838E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>
          <a:xfrm>
            <a:off x="7155490" y="3279972"/>
            <a:ext cx="274631" cy="274631"/>
          </a:xfrm>
          <a:prstGeom prst="rect">
            <a:avLst/>
          </a:prstGeom>
        </p:spPr>
      </p:pic>
      <p:sp>
        <p:nvSpPr>
          <p:cNvPr id="45" name="Text 4">
            <a:extLst>
              <a:ext uri="{FF2B5EF4-FFF2-40B4-BE49-F238E27FC236}">
                <a16:creationId xmlns:a16="http://schemas.microsoft.com/office/drawing/2014/main" id="{D637F5BA-7570-EDAE-5B98-4CC6E6CC6EE3}"/>
              </a:ext>
            </a:extLst>
          </p:cNvPr>
          <p:cNvSpPr/>
          <p:nvPr/>
        </p:nvSpPr>
        <p:spPr>
          <a:xfrm>
            <a:off x="7471344" y="3279972"/>
            <a:ext cx="1186992" cy="2746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</a:t>
            </a:r>
            <a:r>
              <a:rPr lang="en-US" sz="1300" b="1" dirty="0" err="1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basierte</a:t>
            </a:r>
            <a:r>
              <a:rPr lang="en-US" sz="130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Sturzerkennung</a:t>
            </a:r>
            <a:endParaRPr lang="en-US" sz="1300" dirty="0"/>
          </a:p>
        </p:txBody>
      </p:sp>
      <p:sp>
        <p:nvSpPr>
          <p:cNvPr id="46" name="Shape 3">
            <a:extLst>
              <a:ext uri="{FF2B5EF4-FFF2-40B4-BE49-F238E27FC236}">
                <a16:creationId xmlns:a16="http://schemas.microsoft.com/office/drawing/2014/main" id="{D2AB834B-4CE3-9821-E82A-C5A66DE06E65}"/>
              </a:ext>
            </a:extLst>
          </p:cNvPr>
          <p:cNvSpPr/>
          <p:nvPr/>
        </p:nvSpPr>
        <p:spPr>
          <a:xfrm>
            <a:off x="7078918" y="3777614"/>
            <a:ext cx="1579418" cy="5029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47" name="Image 0" descr="Medizin mit einfarbiger Füllung">
            <a:extLst>
              <a:ext uri="{FF2B5EF4-FFF2-40B4-BE49-F238E27FC236}">
                <a16:creationId xmlns:a16="http://schemas.microsoft.com/office/drawing/2014/main" id="{CC74F322-3DDD-4E83-ACD3-6AE76185F6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/>
        </p:blipFill>
        <p:spPr>
          <a:xfrm>
            <a:off x="7155490" y="3914773"/>
            <a:ext cx="274631" cy="274631"/>
          </a:xfrm>
          <a:prstGeom prst="rect">
            <a:avLst/>
          </a:prstGeom>
        </p:spPr>
      </p:pic>
      <p:sp>
        <p:nvSpPr>
          <p:cNvPr id="48" name="Text 4">
            <a:extLst>
              <a:ext uri="{FF2B5EF4-FFF2-40B4-BE49-F238E27FC236}">
                <a16:creationId xmlns:a16="http://schemas.microsoft.com/office/drawing/2014/main" id="{6A82625A-EB20-503B-2E73-0A797FC7E166}"/>
              </a:ext>
            </a:extLst>
          </p:cNvPr>
          <p:cNvSpPr/>
          <p:nvPr/>
        </p:nvSpPr>
        <p:spPr>
          <a:xfrm>
            <a:off x="7471344" y="3914773"/>
            <a:ext cx="1186992" cy="2746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Schnellere</a:t>
            </a:r>
            <a:r>
              <a:rPr lang="en-US" sz="130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Reaktion</a:t>
            </a:r>
            <a:endParaRPr lang="en-US" sz="1300" dirty="0"/>
          </a:p>
        </p:txBody>
      </p: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A1D9B0A4-D39D-36FA-1916-17105AD57CEF}"/>
              </a:ext>
            </a:extLst>
          </p:cNvPr>
          <p:cNvCxnSpPr>
            <a:cxnSpLocks/>
            <a:stCxn id="40" idx="2"/>
            <a:endCxn id="43" idx="0"/>
          </p:cNvCxnSpPr>
          <p:nvPr/>
        </p:nvCxnSpPr>
        <p:spPr>
          <a:xfrm>
            <a:off x="7868627" y="3010932"/>
            <a:ext cx="0" cy="13188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0EE4EEE4-A5D1-1609-3464-CB1556EA705F}"/>
              </a:ext>
            </a:extLst>
          </p:cNvPr>
          <p:cNvCxnSpPr>
            <a:stCxn id="43" idx="2"/>
            <a:endCxn id="46" idx="0"/>
          </p:cNvCxnSpPr>
          <p:nvPr/>
        </p:nvCxnSpPr>
        <p:spPr>
          <a:xfrm>
            <a:off x="7868627" y="3645733"/>
            <a:ext cx="0" cy="13188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Shape 1">
            <a:extLst>
              <a:ext uri="{FF2B5EF4-FFF2-40B4-BE49-F238E27FC236}">
                <a16:creationId xmlns:a16="http://schemas.microsoft.com/office/drawing/2014/main" id="{3FA27D9E-0440-333D-8135-C1B4CE855C6D}"/>
              </a:ext>
            </a:extLst>
          </p:cNvPr>
          <p:cNvSpPr/>
          <p:nvPr/>
        </p:nvSpPr>
        <p:spPr>
          <a:xfrm>
            <a:off x="7397330" y="1226230"/>
            <a:ext cx="1670125" cy="274631"/>
          </a:xfrm>
          <a:prstGeom prst="roundRect">
            <a:avLst>
              <a:gd name="adj" fmla="val 6386"/>
            </a:avLst>
          </a:prstGeom>
          <a:solidFill>
            <a:srgbClr val="CCD7F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7" name="Text 2">
            <a:extLst>
              <a:ext uri="{FF2B5EF4-FFF2-40B4-BE49-F238E27FC236}">
                <a16:creationId xmlns:a16="http://schemas.microsoft.com/office/drawing/2014/main" id="{61E13B32-EE3B-C310-A921-17E3506FBC54}"/>
              </a:ext>
            </a:extLst>
          </p:cNvPr>
          <p:cNvSpPr/>
          <p:nvPr/>
        </p:nvSpPr>
        <p:spPr>
          <a:xfrm>
            <a:off x="7597801" y="1268721"/>
            <a:ext cx="1645221" cy="232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850" dirty="0">
                <a:solidFill>
                  <a:srgbClr val="4C4C4D"/>
                </a:solidFill>
                <a:ea typeface="Heebo" pitchFamily="34" charset="-122"/>
                <a:cs typeface="Heebo" pitchFamily="34" charset="-120"/>
              </a:rPr>
              <a:t>Business Understanding</a:t>
            </a:r>
            <a:endParaRPr lang="en-US" sz="850" dirty="0"/>
          </a:p>
        </p:txBody>
      </p:sp>
      <p:pic>
        <p:nvPicPr>
          <p:cNvPr id="59" name="Grafik 58" descr="Marke 1 mit einfarbiger Füllung">
            <a:extLst>
              <a:ext uri="{FF2B5EF4-FFF2-40B4-BE49-F238E27FC236}">
                <a16:creationId xmlns:a16="http://schemas.microsoft.com/office/drawing/2014/main" id="{EA7B42AB-279D-4FB7-FD99-424C3F5489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7466567" y="1226230"/>
            <a:ext cx="274631" cy="274631"/>
          </a:xfrm>
          <a:prstGeom prst="rect">
            <a:avLst/>
          </a:prstGeom>
        </p:spPr>
      </p:pic>
      <p:cxnSp>
        <p:nvCxnSpPr>
          <p:cNvPr id="61" name="Gerader Verbinder 60">
            <a:extLst>
              <a:ext uri="{FF2B5EF4-FFF2-40B4-BE49-F238E27FC236}">
                <a16:creationId xmlns:a16="http://schemas.microsoft.com/office/drawing/2014/main" id="{BE7B63A5-648E-97A1-D3E2-4EABCC21DAEF}"/>
              </a:ext>
            </a:extLst>
          </p:cNvPr>
          <p:cNvCxnSpPr>
            <a:stCxn id="36" idx="2"/>
            <a:endCxn id="40" idx="0"/>
          </p:cNvCxnSpPr>
          <p:nvPr/>
        </p:nvCxnSpPr>
        <p:spPr>
          <a:xfrm>
            <a:off x="7868627" y="2372484"/>
            <a:ext cx="0" cy="13552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feld 61">
            <a:extLst>
              <a:ext uri="{FF2B5EF4-FFF2-40B4-BE49-F238E27FC236}">
                <a16:creationId xmlns:a16="http://schemas.microsoft.com/office/drawing/2014/main" id="{6BAC8835-B2DC-36B8-5009-49B4AAED9D8C}"/>
              </a:ext>
            </a:extLst>
          </p:cNvPr>
          <p:cNvSpPr txBox="1"/>
          <p:nvPr/>
        </p:nvSpPr>
        <p:spPr>
          <a:xfrm>
            <a:off x="1056250" y="4784154"/>
            <a:ext cx="8011205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de-DE" sz="500" dirty="0">
                <a:solidFill>
                  <a:srgbClr val="6D6D6D"/>
                </a:solidFill>
              </a:rPr>
              <a:t>Bild Quelle: Anthropic. (2026). Claude AI [KI-Tool]. https://www.anthropic.com/claude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25053D-F694-D568-3024-4CB17BCA2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B8E0A6D-A64E-D5C9-FE57-F537C9779D24}"/>
              </a:ext>
            </a:extLst>
          </p:cNvPr>
          <p:cNvSpPr/>
          <p:nvPr/>
        </p:nvSpPr>
        <p:spPr>
          <a:xfrm>
            <a:off x="496119" y="493253"/>
            <a:ext cx="5726881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de-DE" sz="2400" dirty="0">
                <a:solidFill>
                  <a:srgbClr val="152D47"/>
                </a:solidFill>
                <a:latin typeface="Times New Roman" panose="02020603050405020304" pitchFamily="18" charset="0"/>
                <a:ea typeface="Crimson Pro SemiBold" pitchFamily="34" charset="-122"/>
                <a:cs typeface="Times New Roman" panose="02020603050405020304" pitchFamily="18" charset="0"/>
              </a:rPr>
              <a:t>Verstehen und Aufbereiten der Daten</a:t>
            </a:r>
            <a:endParaRPr lang="en-US" sz="2400" dirty="0">
              <a:solidFill>
                <a:srgbClr val="152D47"/>
              </a:solidFill>
              <a:latin typeface="Times New Roman" panose="02020603050405020304" pitchFamily="18" charset="0"/>
              <a:ea typeface="Crimson Pro SemiBold" pitchFamily="34" charset="-122"/>
              <a:cs typeface="Times New Roman" panose="02020603050405020304" pitchFamily="18" charset="0"/>
            </a:endParaRPr>
          </a:p>
        </p:txBody>
      </p:sp>
      <p:sp>
        <p:nvSpPr>
          <p:cNvPr id="18" name="Datumsplatzhalter 1">
            <a:extLst>
              <a:ext uri="{FF2B5EF4-FFF2-40B4-BE49-F238E27FC236}">
                <a16:creationId xmlns:a16="http://schemas.microsoft.com/office/drawing/2014/main" id="{D01D319E-F1BD-6844-1727-304AEF0B663E}"/>
              </a:ext>
            </a:extLst>
          </p:cNvPr>
          <p:cNvSpPr txBox="1">
            <a:spLocks/>
          </p:cNvSpPr>
          <p:nvPr/>
        </p:nvSpPr>
        <p:spPr>
          <a:xfrm>
            <a:off x="8251173" y="4991689"/>
            <a:ext cx="407163" cy="92333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AC63C1E1-AC59-4719-B48A-47AE7D11D1F4}" type="datetime4">
              <a:rPr lang="de-DE" sz="600" smtClean="0">
                <a:solidFill>
                  <a:prstClr val="black"/>
                </a:solidFill>
                <a:cs typeface="Heebo" pitchFamily="2" charset="-79"/>
              </a:rPr>
              <a:pPr>
                <a:defRPr/>
              </a:pPr>
              <a:t>25. Juni 2026</a:t>
            </a:fld>
            <a:endParaRPr lang="de-DE" sz="600">
              <a:solidFill>
                <a:prstClr val="black"/>
              </a:solidFill>
              <a:cs typeface="Heebo" pitchFamily="2" charset="-79"/>
            </a:endParaRPr>
          </a:p>
        </p:txBody>
      </p:sp>
      <p:sp>
        <p:nvSpPr>
          <p:cNvPr id="20" name="Foliennummernplatzhalter 3">
            <a:extLst>
              <a:ext uri="{FF2B5EF4-FFF2-40B4-BE49-F238E27FC236}">
                <a16:creationId xmlns:a16="http://schemas.microsoft.com/office/drawing/2014/main" id="{7004C921-07C1-0430-3F17-DF0231479E31}"/>
              </a:ext>
            </a:extLst>
          </p:cNvPr>
          <p:cNvSpPr txBox="1">
            <a:spLocks/>
          </p:cNvSpPr>
          <p:nvPr/>
        </p:nvSpPr>
        <p:spPr>
          <a:xfrm>
            <a:off x="9028983" y="4991689"/>
            <a:ext cx="38472" cy="92333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D949F9DF-37BD-4CD6-BF49-65BA579E1D7A}" type="slidenum">
              <a:rPr lang="de-DE" sz="600" smtClean="0">
                <a:solidFill>
                  <a:prstClr val="black"/>
                </a:solidFill>
                <a:cs typeface="Heebo" pitchFamily="2" charset="-79"/>
              </a:rPr>
              <a:pPr>
                <a:defRPr/>
              </a:pPr>
              <a:t>3</a:t>
            </a:fld>
            <a:endParaRPr lang="de-DE" sz="600">
              <a:solidFill>
                <a:prstClr val="black"/>
              </a:solidFill>
              <a:cs typeface="Heebo" pitchFamily="2" charset="-79"/>
            </a:endParaRPr>
          </a:p>
        </p:txBody>
      </p:sp>
      <p:sp>
        <p:nvSpPr>
          <p:cNvPr id="22" name="Shape 3">
            <a:extLst>
              <a:ext uri="{FF2B5EF4-FFF2-40B4-BE49-F238E27FC236}">
                <a16:creationId xmlns:a16="http://schemas.microsoft.com/office/drawing/2014/main" id="{94F0634D-52D5-D454-5195-67A6B08315AA}"/>
              </a:ext>
            </a:extLst>
          </p:cNvPr>
          <p:cNvSpPr/>
          <p:nvPr/>
        </p:nvSpPr>
        <p:spPr>
          <a:xfrm>
            <a:off x="389255" y="1325077"/>
            <a:ext cx="4114800" cy="1562056"/>
          </a:xfrm>
          <a:prstGeom prst="rect">
            <a:avLst/>
          </a:prstGeom>
          <a:solidFill>
            <a:srgbClr val="F5F5F5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3" name="Shape 4">
            <a:extLst>
              <a:ext uri="{FF2B5EF4-FFF2-40B4-BE49-F238E27FC236}">
                <a16:creationId xmlns:a16="http://schemas.microsoft.com/office/drawing/2014/main" id="{39A5440D-5C2D-7A34-E97A-27EE2B902A5F}"/>
              </a:ext>
            </a:extLst>
          </p:cNvPr>
          <p:cNvSpPr/>
          <p:nvPr/>
        </p:nvSpPr>
        <p:spPr>
          <a:xfrm>
            <a:off x="389255" y="1325077"/>
            <a:ext cx="54864" cy="156240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24" name="Image 0" descr="Recherche mit einfarbiger Füllung">
            <a:extLst>
              <a:ext uri="{FF2B5EF4-FFF2-40B4-BE49-F238E27FC236}">
                <a16:creationId xmlns:a16="http://schemas.microsoft.com/office/drawing/2014/main" id="{784D847F-C9BC-73BF-E440-F659336BCA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17855" y="1462237"/>
            <a:ext cx="365760" cy="365760"/>
          </a:xfrm>
          <a:prstGeom prst="rect">
            <a:avLst/>
          </a:prstGeom>
        </p:spPr>
      </p:pic>
      <p:sp>
        <p:nvSpPr>
          <p:cNvPr id="25" name="Text 5">
            <a:extLst>
              <a:ext uri="{FF2B5EF4-FFF2-40B4-BE49-F238E27FC236}">
                <a16:creationId xmlns:a16="http://schemas.microsoft.com/office/drawing/2014/main" id="{581814CA-0611-9C41-FEB6-819DA8E650BB}"/>
              </a:ext>
            </a:extLst>
          </p:cNvPr>
          <p:cNvSpPr/>
          <p:nvPr/>
        </p:nvSpPr>
        <p:spPr>
          <a:xfrm>
            <a:off x="1120775" y="1370797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041E42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Data Understanding</a:t>
            </a:r>
          </a:p>
        </p:txBody>
      </p:sp>
      <p:sp>
        <p:nvSpPr>
          <p:cNvPr id="26" name="Text 6">
            <a:extLst>
              <a:ext uri="{FF2B5EF4-FFF2-40B4-BE49-F238E27FC236}">
                <a16:creationId xmlns:a16="http://schemas.microsoft.com/office/drawing/2014/main" id="{AAAD58A1-C6BA-1271-0DCE-E4CF587D5B20}"/>
              </a:ext>
            </a:extLst>
          </p:cNvPr>
          <p:cNvSpPr/>
          <p:nvPr/>
        </p:nvSpPr>
        <p:spPr>
          <a:xfrm>
            <a:off x="1120775" y="1690838"/>
            <a:ext cx="3200400" cy="1112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Selbst erhobener Smartphone-IMU-Datensatz (</a:t>
            </a:r>
            <a:r>
              <a:rPr lang="de-DE" sz="1100" dirty="0">
                <a:solidFill>
                  <a:srgbClr val="6D6D6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Sensor Logger App</a:t>
            </a:r>
            <a:r>
              <a:rPr lang="de-DE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</a:t>
            </a:r>
            <a:r>
              <a:rPr lang="de-DE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 simulierte Stürze &amp; Alltagsaktivitäten</a:t>
            </a:r>
            <a:endParaRPr lang="de-DE" sz="1100" dirty="0">
              <a:solidFill>
                <a:srgbClr val="66666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Sensoren: </a:t>
            </a:r>
            <a:r>
              <a:rPr lang="de-DE" sz="1100" dirty="0" err="1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Accelerometer</a:t>
            </a:r>
            <a:r>
              <a:rPr lang="de-DE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de-DE" sz="1100" dirty="0" err="1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Gyroscope</a:t>
            </a:r>
            <a:r>
              <a:rPr lang="de-DE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Gravity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sz="1100" dirty="0">
                <a:solidFill>
                  <a:srgbClr val="6D6D6D"/>
                </a:solidFill>
              </a:rPr>
              <a:t>Labels werden deterministisch aus Dateinamen abgeleitet</a:t>
            </a:r>
            <a:endParaRPr lang="en-US" sz="1100" dirty="0">
              <a:solidFill>
                <a:srgbClr val="6D6D6D"/>
              </a:solidFill>
            </a:endParaRPr>
          </a:p>
        </p:txBody>
      </p: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33E18E0C-9F48-3A73-FE0D-C499DD48A69E}"/>
              </a:ext>
            </a:extLst>
          </p:cNvPr>
          <p:cNvGrpSpPr/>
          <p:nvPr/>
        </p:nvGrpSpPr>
        <p:grpSpPr>
          <a:xfrm>
            <a:off x="4641215" y="1325076"/>
            <a:ext cx="4114800" cy="3434601"/>
            <a:chOff x="457200" y="1280159"/>
            <a:chExt cx="4114800" cy="3434601"/>
          </a:xfrm>
        </p:grpSpPr>
        <p:sp>
          <p:nvSpPr>
            <p:cNvPr id="28" name="Shape 3">
              <a:extLst>
                <a:ext uri="{FF2B5EF4-FFF2-40B4-BE49-F238E27FC236}">
                  <a16:creationId xmlns:a16="http://schemas.microsoft.com/office/drawing/2014/main" id="{45C3C567-A041-884F-ED33-4A9190A6CCE2}"/>
                </a:ext>
              </a:extLst>
            </p:cNvPr>
            <p:cNvSpPr/>
            <p:nvPr/>
          </p:nvSpPr>
          <p:spPr>
            <a:xfrm>
              <a:off x="457200" y="1280159"/>
              <a:ext cx="4114800" cy="3434601"/>
            </a:xfrm>
            <a:prstGeom prst="rect">
              <a:avLst/>
            </a:prstGeom>
            <a:solidFill>
              <a:srgbClr val="F5F5F5"/>
            </a:solidFill>
            <a:ln/>
            <a:effectLst>
              <a:outerShdw blurRad="50800" dist="127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de-DE" dirty="0"/>
            </a:p>
          </p:txBody>
        </p:sp>
        <p:sp>
          <p:nvSpPr>
            <p:cNvPr id="29" name="Shape 4">
              <a:extLst>
                <a:ext uri="{FF2B5EF4-FFF2-40B4-BE49-F238E27FC236}">
                  <a16:creationId xmlns:a16="http://schemas.microsoft.com/office/drawing/2014/main" id="{FD88FC72-B33F-37CC-CFBC-C9D398445E55}"/>
                </a:ext>
              </a:extLst>
            </p:cNvPr>
            <p:cNvSpPr/>
            <p:nvPr/>
          </p:nvSpPr>
          <p:spPr>
            <a:xfrm>
              <a:off x="457200" y="1280160"/>
              <a:ext cx="54864" cy="3434400"/>
            </a:xfrm>
            <a:prstGeom prst="rect">
              <a:avLst/>
            </a:prstGeom>
            <a:solidFill>
              <a:schemeClr val="accent1"/>
            </a:solidFill>
            <a:ln/>
          </p:spPr>
          <p:txBody>
            <a:bodyPr/>
            <a:lstStyle/>
            <a:p>
              <a:endParaRPr lang="de-DE"/>
            </a:p>
          </p:txBody>
        </p:sp>
        <p:pic>
          <p:nvPicPr>
            <p:cNvPr id="30" name="Image 0" descr="Filter mit einfarbiger Füllung">
              <a:extLst>
                <a:ext uri="{FF2B5EF4-FFF2-40B4-BE49-F238E27FC236}">
                  <a16:creationId xmlns:a16="http://schemas.microsoft.com/office/drawing/2014/main" id="{3ABDC6F6-7E36-251A-ED3C-89BBC8FD5BE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685800" y="1417320"/>
              <a:ext cx="365760" cy="365760"/>
            </a:xfrm>
            <a:prstGeom prst="rect">
              <a:avLst/>
            </a:prstGeom>
          </p:spPr>
        </p:pic>
        <p:sp>
          <p:nvSpPr>
            <p:cNvPr id="31" name="Text 5">
              <a:extLst>
                <a:ext uri="{FF2B5EF4-FFF2-40B4-BE49-F238E27FC236}">
                  <a16:creationId xmlns:a16="http://schemas.microsoft.com/office/drawing/2014/main" id="{68B786D2-53A5-EB52-8D1A-70F53445B7A8}"/>
                </a:ext>
              </a:extLst>
            </p:cNvPr>
            <p:cNvSpPr/>
            <p:nvPr/>
          </p:nvSpPr>
          <p:spPr>
            <a:xfrm>
              <a:off x="1188720" y="1325880"/>
              <a:ext cx="32004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400" b="1" dirty="0">
                  <a:solidFill>
                    <a:srgbClr val="041E42"/>
                  </a:solidFill>
                  <a:latin typeface="Times New Roman" panose="02020603050405020304" pitchFamily="18" charset="0"/>
                  <a:ea typeface="Calibri"/>
                  <a:cs typeface="Times New Roman" panose="02020603050405020304" pitchFamily="18" charset="0"/>
                </a:rPr>
                <a:t>Data Preparation</a:t>
              </a:r>
            </a:p>
          </p:txBody>
        </p:sp>
      </p:grpSp>
      <p:grpSp>
        <p:nvGrpSpPr>
          <p:cNvPr id="81" name="Gruppieren 80">
            <a:extLst>
              <a:ext uri="{FF2B5EF4-FFF2-40B4-BE49-F238E27FC236}">
                <a16:creationId xmlns:a16="http://schemas.microsoft.com/office/drawing/2014/main" id="{02CEAC1E-9D12-099D-0CEA-1E023F3D886F}"/>
              </a:ext>
            </a:extLst>
          </p:cNvPr>
          <p:cNvGrpSpPr/>
          <p:nvPr/>
        </p:nvGrpSpPr>
        <p:grpSpPr>
          <a:xfrm>
            <a:off x="942789" y="3024293"/>
            <a:ext cx="3007732" cy="1735387"/>
            <a:chOff x="387985" y="3024293"/>
            <a:chExt cx="3007732" cy="1735387"/>
          </a:xfrm>
        </p:grpSpPr>
        <p:sp>
          <p:nvSpPr>
            <p:cNvPr id="50" name="Shape 3">
              <a:extLst>
                <a:ext uri="{FF2B5EF4-FFF2-40B4-BE49-F238E27FC236}">
                  <a16:creationId xmlns:a16="http://schemas.microsoft.com/office/drawing/2014/main" id="{B87D515C-6A0C-8F39-C08A-E9E8A4FA453E}"/>
                </a:ext>
              </a:extLst>
            </p:cNvPr>
            <p:cNvSpPr/>
            <p:nvPr/>
          </p:nvSpPr>
          <p:spPr>
            <a:xfrm>
              <a:off x="389255" y="3024293"/>
              <a:ext cx="3006462" cy="502920"/>
            </a:xfrm>
            <a:prstGeom prst="rect">
              <a:avLst/>
            </a:prstGeom>
            <a:solidFill>
              <a:srgbClr val="F5F5F5"/>
            </a:solidFill>
            <a:ln/>
            <a:effectLst>
              <a:outerShdw blurRad="50800" dist="127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de-DE" dirty="0"/>
            </a:p>
          </p:txBody>
        </p:sp>
        <p:pic>
          <p:nvPicPr>
            <p:cNvPr id="51" name="Image 0" descr="Datenbank mit einfarbiger Füllung">
              <a:extLst>
                <a:ext uri="{FF2B5EF4-FFF2-40B4-BE49-F238E27FC236}">
                  <a16:creationId xmlns:a16="http://schemas.microsoft.com/office/drawing/2014/main" id="{288C4136-A261-80E2-1796-4A697636C7F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465827" y="3161452"/>
              <a:ext cx="274631" cy="274631"/>
            </a:xfrm>
            <a:prstGeom prst="rect">
              <a:avLst/>
            </a:prstGeom>
          </p:spPr>
        </p:pic>
        <p:sp>
          <p:nvSpPr>
            <p:cNvPr id="52" name="Text 4">
              <a:extLst>
                <a:ext uri="{FF2B5EF4-FFF2-40B4-BE49-F238E27FC236}">
                  <a16:creationId xmlns:a16="http://schemas.microsoft.com/office/drawing/2014/main" id="{29135280-D3A2-17B4-8EB8-891C1D5DA566}"/>
                </a:ext>
              </a:extLst>
            </p:cNvPr>
            <p:cNvSpPr/>
            <p:nvPr/>
          </p:nvSpPr>
          <p:spPr>
            <a:xfrm>
              <a:off x="781681" y="3161452"/>
              <a:ext cx="2139954" cy="2746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041E4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435 Sensor-Logger-</a:t>
              </a:r>
              <a:r>
                <a:rPr lang="en-US" sz="1300" b="1" dirty="0" err="1">
                  <a:solidFill>
                    <a:srgbClr val="041E4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Aufnahmen</a:t>
              </a:r>
              <a:endParaRPr lang="en-US" sz="1300" dirty="0"/>
            </a:p>
          </p:txBody>
        </p:sp>
        <p:sp>
          <p:nvSpPr>
            <p:cNvPr id="53" name="Shape 3">
              <a:extLst>
                <a:ext uri="{FF2B5EF4-FFF2-40B4-BE49-F238E27FC236}">
                  <a16:creationId xmlns:a16="http://schemas.microsoft.com/office/drawing/2014/main" id="{DD681798-3519-8B96-F494-C8BD8851FEF1}"/>
                </a:ext>
              </a:extLst>
            </p:cNvPr>
            <p:cNvSpPr/>
            <p:nvPr/>
          </p:nvSpPr>
          <p:spPr>
            <a:xfrm>
              <a:off x="387985" y="3708154"/>
              <a:ext cx="1465580" cy="502920"/>
            </a:xfrm>
            <a:prstGeom prst="rect">
              <a:avLst/>
            </a:prstGeom>
            <a:solidFill>
              <a:srgbClr val="F5F5F5"/>
            </a:solidFill>
            <a:ln/>
            <a:effectLst>
              <a:outerShdw blurRad="50800" dist="127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de-DE" dirty="0"/>
            </a:p>
          </p:txBody>
        </p:sp>
        <p:pic>
          <p:nvPicPr>
            <p:cNvPr id="54" name="Image 0" descr="Benutzer mit einfarbiger Füllung">
              <a:extLst>
                <a:ext uri="{FF2B5EF4-FFF2-40B4-BE49-F238E27FC236}">
                  <a16:creationId xmlns:a16="http://schemas.microsoft.com/office/drawing/2014/main" id="{4F6C0CD4-EC08-BB0D-5B5B-5C967F7868D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464557" y="3845313"/>
              <a:ext cx="274631" cy="274631"/>
            </a:xfrm>
            <a:prstGeom prst="rect">
              <a:avLst/>
            </a:prstGeom>
          </p:spPr>
        </p:pic>
        <p:sp>
          <p:nvSpPr>
            <p:cNvPr id="55" name="Text 4">
              <a:extLst>
                <a:ext uri="{FF2B5EF4-FFF2-40B4-BE49-F238E27FC236}">
                  <a16:creationId xmlns:a16="http://schemas.microsoft.com/office/drawing/2014/main" id="{6C63F776-9EC4-7A56-D8F6-614F20429894}"/>
                </a:ext>
              </a:extLst>
            </p:cNvPr>
            <p:cNvSpPr/>
            <p:nvPr/>
          </p:nvSpPr>
          <p:spPr>
            <a:xfrm>
              <a:off x="780411" y="3845313"/>
              <a:ext cx="1073154" cy="2746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041E4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 </a:t>
              </a:r>
              <a:r>
                <a:rPr lang="en-US" sz="1300" b="1" dirty="0" err="1">
                  <a:solidFill>
                    <a:srgbClr val="041E4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Probanden</a:t>
              </a:r>
              <a:endParaRPr lang="en-US" sz="1300" dirty="0"/>
            </a:p>
          </p:txBody>
        </p:sp>
        <p:sp>
          <p:nvSpPr>
            <p:cNvPr id="57" name="Shape 3">
              <a:extLst>
                <a:ext uri="{FF2B5EF4-FFF2-40B4-BE49-F238E27FC236}">
                  <a16:creationId xmlns:a16="http://schemas.microsoft.com/office/drawing/2014/main" id="{4F389C38-DF86-24EE-424C-0ACE2E82DB1D}"/>
                </a:ext>
              </a:extLst>
            </p:cNvPr>
            <p:cNvSpPr/>
            <p:nvPr/>
          </p:nvSpPr>
          <p:spPr>
            <a:xfrm>
              <a:off x="1930137" y="3708154"/>
              <a:ext cx="1465580" cy="502920"/>
            </a:xfrm>
            <a:prstGeom prst="rect">
              <a:avLst/>
            </a:prstGeom>
            <a:solidFill>
              <a:srgbClr val="F5F5F5"/>
            </a:solidFill>
            <a:ln/>
            <a:effectLst>
              <a:outerShdw blurRad="50800" dist="127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de-DE" dirty="0"/>
            </a:p>
          </p:txBody>
        </p:sp>
        <p:pic>
          <p:nvPicPr>
            <p:cNvPr id="58" name="Image 0" descr="Kompass mit einfarbiger Füllung">
              <a:extLst>
                <a:ext uri="{FF2B5EF4-FFF2-40B4-BE49-F238E27FC236}">
                  <a16:creationId xmlns:a16="http://schemas.microsoft.com/office/drawing/2014/main" id="{EACEDDA2-3E33-D327-9D5D-38286E1EFD6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>
              <a:off x="2006709" y="3845313"/>
              <a:ext cx="274631" cy="274631"/>
            </a:xfrm>
            <a:prstGeom prst="rect">
              <a:avLst/>
            </a:prstGeom>
          </p:spPr>
        </p:pic>
        <p:sp>
          <p:nvSpPr>
            <p:cNvPr id="59" name="Text 4">
              <a:extLst>
                <a:ext uri="{FF2B5EF4-FFF2-40B4-BE49-F238E27FC236}">
                  <a16:creationId xmlns:a16="http://schemas.microsoft.com/office/drawing/2014/main" id="{AA0B61B4-2CFE-47E6-0234-1462A3998A9E}"/>
                </a:ext>
              </a:extLst>
            </p:cNvPr>
            <p:cNvSpPr/>
            <p:nvPr/>
          </p:nvSpPr>
          <p:spPr>
            <a:xfrm>
              <a:off x="2322563" y="3845313"/>
              <a:ext cx="1073154" cy="2746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041E4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 Smartphone-</a:t>
              </a:r>
              <a:r>
                <a:rPr lang="en-US" sz="1300" b="1" dirty="0" err="1">
                  <a:solidFill>
                    <a:srgbClr val="041E4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Positionen</a:t>
              </a:r>
              <a:endParaRPr lang="en-US" sz="1300" dirty="0"/>
            </a:p>
          </p:txBody>
        </p:sp>
        <p:sp>
          <p:nvSpPr>
            <p:cNvPr id="63" name="Shape 3">
              <a:extLst>
                <a:ext uri="{FF2B5EF4-FFF2-40B4-BE49-F238E27FC236}">
                  <a16:creationId xmlns:a16="http://schemas.microsoft.com/office/drawing/2014/main" id="{C257C5B0-2F76-1B1E-0EB4-861CDDF92803}"/>
                </a:ext>
              </a:extLst>
            </p:cNvPr>
            <p:cNvSpPr/>
            <p:nvPr/>
          </p:nvSpPr>
          <p:spPr>
            <a:xfrm>
              <a:off x="389255" y="4256760"/>
              <a:ext cx="3006462" cy="502920"/>
            </a:xfrm>
            <a:prstGeom prst="rect">
              <a:avLst/>
            </a:prstGeom>
            <a:solidFill>
              <a:srgbClr val="F5F5F5"/>
            </a:solidFill>
            <a:ln/>
            <a:effectLst>
              <a:outerShdw blurRad="50800" dist="127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de-DE" dirty="0"/>
            </a:p>
          </p:txBody>
        </p:sp>
        <p:pic>
          <p:nvPicPr>
            <p:cNvPr id="64" name="Image 0" descr="Gehen mit einfarbiger Füllung">
              <a:extLst>
                <a:ext uri="{FF2B5EF4-FFF2-40B4-BE49-F238E27FC236}">
                  <a16:creationId xmlns:a16="http://schemas.microsoft.com/office/drawing/2014/main" id="{15CC6F8B-043C-AC52-6DAA-909D5A3903F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/>
          </p:blipFill>
          <p:spPr>
            <a:xfrm>
              <a:off x="465827" y="4393919"/>
              <a:ext cx="274631" cy="274631"/>
            </a:xfrm>
            <a:prstGeom prst="rect">
              <a:avLst/>
            </a:prstGeom>
          </p:spPr>
        </p:pic>
        <p:sp>
          <p:nvSpPr>
            <p:cNvPr id="65" name="Text 4">
              <a:extLst>
                <a:ext uri="{FF2B5EF4-FFF2-40B4-BE49-F238E27FC236}">
                  <a16:creationId xmlns:a16="http://schemas.microsoft.com/office/drawing/2014/main" id="{54FD8EA9-DD0B-A03A-4FB2-7B41590AE310}"/>
                </a:ext>
              </a:extLst>
            </p:cNvPr>
            <p:cNvSpPr/>
            <p:nvPr/>
          </p:nvSpPr>
          <p:spPr>
            <a:xfrm>
              <a:off x="781681" y="4393919"/>
              <a:ext cx="2139954" cy="2746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041E4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12 Klassen (5 </a:t>
              </a:r>
              <a:r>
                <a:rPr lang="en-US" sz="1300" b="1" dirty="0" err="1">
                  <a:solidFill>
                    <a:srgbClr val="041E4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Stürze</a:t>
              </a:r>
              <a:r>
                <a:rPr lang="en-US" sz="1300" b="1" dirty="0">
                  <a:solidFill>
                    <a:srgbClr val="041E4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/ 7 ADL)</a:t>
              </a:r>
              <a:endParaRPr lang="en-US" sz="1300" dirty="0"/>
            </a:p>
          </p:txBody>
        </p:sp>
        <p:pic>
          <p:nvPicPr>
            <p:cNvPr id="67" name="Grafik 66" descr="Marke folgen mit einfarbiger Füllung">
              <a:extLst>
                <a:ext uri="{FF2B5EF4-FFF2-40B4-BE49-F238E27FC236}">
                  <a16:creationId xmlns:a16="http://schemas.microsoft.com/office/drawing/2014/main" id="{C29666DE-F3F2-7F35-5892-8CEC8FE457C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87985" y="3689224"/>
              <a:ext cx="197272" cy="197272"/>
            </a:xfrm>
            <a:prstGeom prst="rect">
              <a:avLst/>
            </a:prstGeom>
          </p:spPr>
        </p:pic>
        <p:pic>
          <p:nvPicPr>
            <p:cNvPr id="68" name="Grafik 67" descr="Marke folgen mit einfarbiger Füllung">
              <a:extLst>
                <a:ext uri="{FF2B5EF4-FFF2-40B4-BE49-F238E27FC236}">
                  <a16:creationId xmlns:a16="http://schemas.microsoft.com/office/drawing/2014/main" id="{B444E9E0-AF5B-8BAE-3E29-BA4E3156C5F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930137" y="3690000"/>
              <a:ext cx="197272" cy="197272"/>
            </a:xfrm>
            <a:prstGeom prst="rect">
              <a:avLst/>
            </a:prstGeom>
          </p:spPr>
        </p:pic>
        <p:pic>
          <p:nvPicPr>
            <p:cNvPr id="69" name="Grafik 68" descr="Marke folgen mit einfarbiger Füllung">
              <a:extLst>
                <a:ext uri="{FF2B5EF4-FFF2-40B4-BE49-F238E27FC236}">
                  <a16:creationId xmlns:a16="http://schemas.microsoft.com/office/drawing/2014/main" id="{12B962C7-C0BF-B732-BFA0-D31135A49DA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87985" y="4230324"/>
              <a:ext cx="197272" cy="197272"/>
            </a:xfrm>
            <a:prstGeom prst="rect">
              <a:avLst/>
            </a:prstGeom>
          </p:spPr>
        </p:pic>
        <p:cxnSp>
          <p:nvCxnSpPr>
            <p:cNvPr id="71" name="Gerader Verbinder 70">
              <a:extLst>
                <a:ext uri="{FF2B5EF4-FFF2-40B4-BE49-F238E27FC236}">
                  <a16:creationId xmlns:a16="http://schemas.microsoft.com/office/drawing/2014/main" id="{B5213CDE-488B-FA0B-AFAD-AA2F771EF642}"/>
                </a:ext>
              </a:extLst>
            </p:cNvPr>
            <p:cNvCxnSpPr/>
            <p:nvPr/>
          </p:nvCxnSpPr>
          <p:spPr>
            <a:xfrm>
              <a:off x="387985" y="3606799"/>
              <a:ext cx="300773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2" name="Shape 1">
            <a:extLst>
              <a:ext uri="{FF2B5EF4-FFF2-40B4-BE49-F238E27FC236}">
                <a16:creationId xmlns:a16="http://schemas.microsoft.com/office/drawing/2014/main" id="{1AEEF5E0-DC9A-A388-A6BB-DBE2548B3644}"/>
              </a:ext>
            </a:extLst>
          </p:cNvPr>
          <p:cNvSpPr/>
          <p:nvPr/>
        </p:nvSpPr>
        <p:spPr>
          <a:xfrm>
            <a:off x="4068702" y="1320943"/>
            <a:ext cx="426209" cy="274631"/>
          </a:xfrm>
          <a:prstGeom prst="roundRect">
            <a:avLst>
              <a:gd name="adj" fmla="val 6386"/>
            </a:avLst>
          </a:prstGeom>
          <a:solidFill>
            <a:srgbClr val="CCD7FF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74" name="Grafik 73" descr="Abzeichen mit einfarbiger Füllung">
            <a:extLst>
              <a:ext uri="{FF2B5EF4-FFF2-40B4-BE49-F238E27FC236}">
                <a16:creationId xmlns:a16="http://schemas.microsoft.com/office/drawing/2014/main" id="{F958C761-BCD4-54B2-36E4-1B1BF1D806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4137939" y="1320943"/>
            <a:ext cx="274631" cy="274631"/>
          </a:xfrm>
          <a:prstGeom prst="rect">
            <a:avLst/>
          </a:prstGeom>
        </p:spPr>
      </p:pic>
      <p:sp>
        <p:nvSpPr>
          <p:cNvPr id="75" name="Shape 1">
            <a:extLst>
              <a:ext uri="{FF2B5EF4-FFF2-40B4-BE49-F238E27FC236}">
                <a16:creationId xmlns:a16="http://schemas.microsoft.com/office/drawing/2014/main" id="{3938F9FA-D996-CDBD-2843-592A81C81F21}"/>
              </a:ext>
            </a:extLst>
          </p:cNvPr>
          <p:cNvSpPr/>
          <p:nvPr/>
        </p:nvSpPr>
        <p:spPr>
          <a:xfrm>
            <a:off x="8324895" y="1320943"/>
            <a:ext cx="426209" cy="274631"/>
          </a:xfrm>
          <a:prstGeom prst="roundRect">
            <a:avLst>
              <a:gd name="adj" fmla="val 6386"/>
            </a:avLst>
          </a:prstGeom>
          <a:solidFill>
            <a:srgbClr val="CCD7FF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76" name="Grafik 75" descr="Marke 3 mit einfarbiger Füllung">
            <a:extLst>
              <a:ext uri="{FF2B5EF4-FFF2-40B4-BE49-F238E27FC236}">
                <a16:creationId xmlns:a16="http://schemas.microsoft.com/office/drawing/2014/main" id="{14A9F890-013E-70D3-C573-66FF5FA90B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8394132" y="1320943"/>
            <a:ext cx="274631" cy="274631"/>
          </a:xfrm>
          <a:prstGeom prst="rect">
            <a:avLst/>
          </a:prstGeom>
        </p:spPr>
      </p:pic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5E20E252-916D-7D59-10FA-AA33665BDE52}"/>
              </a:ext>
            </a:extLst>
          </p:cNvPr>
          <p:cNvGrpSpPr/>
          <p:nvPr/>
        </p:nvGrpSpPr>
        <p:grpSpPr>
          <a:xfrm>
            <a:off x="4997831" y="1857934"/>
            <a:ext cx="3575304" cy="502921"/>
            <a:chOff x="4997196" y="1946909"/>
            <a:chExt cx="3575304" cy="502921"/>
          </a:xfrm>
        </p:grpSpPr>
        <p:sp>
          <p:nvSpPr>
            <p:cNvPr id="3" name="Shape 3">
              <a:extLst>
                <a:ext uri="{FF2B5EF4-FFF2-40B4-BE49-F238E27FC236}">
                  <a16:creationId xmlns:a16="http://schemas.microsoft.com/office/drawing/2014/main" id="{E7995D98-FAE4-44CD-7456-F4968B938A81}"/>
                </a:ext>
              </a:extLst>
            </p:cNvPr>
            <p:cNvSpPr/>
            <p:nvPr/>
          </p:nvSpPr>
          <p:spPr>
            <a:xfrm>
              <a:off x="4997196" y="1946909"/>
              <a:ext cx="3575304" cy="50292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/>
            <a:effectLst>
              <a:outerShdw blurRad="50800" dist="127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de-DE"/>
            </a:p>
          </p:txBody>
        </p:sp>
        <p:pic>
          <p:nvPicPr>
            <p:cNvPr id="4" name="Image 0" descr="Ordnersuche mit einfarbiger Füllung">
              <a:extLst>
                <a:ext uri="{FF2B5EF4-FFF2-40B4-BE49-F238E27FC236}">
                  <a16:creationId xmlns:a16="http://schemas.microsoft.com/office/drawing/2014/main" id="{83126E1A-164A-403F-5E9D-F1B36BAFFEB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rcRect/>
            <a:stretch/>
          </p:blipFill>
          <p:spPr>
            <a:xfrm>
              <a:off x="5178213" y="1951724"/>
              <a:ext cx="227444" cy="22744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</p:pic>
        <p:sp>
          <p:nvSpPr>
            <p:cNvPr id="5" name="Text 4">
              <a:extLst>
                <a:ext uri="{FF2B5EF4-FFF2-40B4-BE49-F238E27FC236}">
                  <a16:creationId xmlns:a16="http://schemas.microsoft.com/office/drawing/2014/main" id="{6FC4D396-C354-F341-1002-CA7283E370CB}"/>
                </a:ext>
              </a:extLst>
            </p:cNvPr>
            <p:cNvSpPr/>
            <p:nvPr/>
          </p:nvSpPr>
          <p:spPr>
            <a:xfrm>
              <a:off x="5566038" y="1969227"/>
              <a:ext cx="1828800" cy="2274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041E4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Bereinigung &amp; Parsing</a:t>
              </a:r>
              <a:endParaRPr lang="en-US" sz="1300" dirty="0"/>
            </a:p>
          </p:txBody>
        </p:sp>
        <p:sp>
          <p:nvSpPr>
            <p:cNvPr id="6" name="Text 5">
              <a:extLst>
                <a:ext uri="{FF2B5EF4-FFF2-40B4-BE49-F238E27FC236}">
                  <a16:creationId xmlns:a16="http://schemas.microsoft.com/office/drawing/2014/main" id="{FF63ECC5-DE76-609F-8917-C6196D7CF4BF}"/>
                </a:ext>
              </a:extLst>
            </p:cNvPr>
            <p:cNvSpPr/>
            <p:nvPr/>
          </p:nvSpPr>
          <p:spPr>
            <a:xfrm>
              <a:off x="5134356" y="2164342"/>
              <a:ext cx="3383280" cy="28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de-DE" sz="1100" dirty="0">
                  <a:solidFill>
                    <a:srgbClr val="66666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CSV-Parsing und Qualitätsfilterung</a:t>
              </a:r>
              <a:endParaRPr lang="en-US" sz="1100" dirty="0"/>
            </a:p>
          </p:txBody>
        </p:sp>
      </p:grpSp>
      <p:grpSp>
        <p:nvGrpSpPr>
          <p:cNvPr id="34" name="Gruppieren 33">
            <a:extLst>
              <a:ext uri="{FF2B5EF4-FFF2-40B4-BE49-F238E27FC236}">
                <a16:creationId xmlns:a16="http://schemas.microsoft.com/office/drawing/2014/main" id="{6CAA2684-EF00-D5E3-73A3-944668BED9D8}"/>
              </a:ext>
            </a:extLst>
          </p:cNvPr>
          <p:cNvGrpSpPr/>
          <p:nvPr/>
        </p:nvGrpSpPr>
        <p:grpSpPr>
          <a:xfrm>
            <a:off x="4997831" y="2402295"/>
            <a:ext cx="3575304" cy="502921"/>
            <a:chOff x="4997196" y="1946909"/>
            <a:chExt cx="3575304" cy="502921"/>
          </a:xfrm>
        </p:grpSpPr>
        <p:sp>
          <p:nvSpPr>
            <p:cNvPr id="35" name="Shape 3">
              <a:extLst>
                <a:ext uri="{FF2B5EF4-FFF2-40B4-BE49-F238E27FC236}">
                  <a16:creationId xmlns:a16="http://schemas.microsoft.com/office/drawing/2014/main" id="{00380CA8-E7CC-4266-D158-FC967DFD2B7F}"/>
                </a:ext>
              </a:extLst>
            </p:cNvPr>
            <p:cNvSpPr/>
            <p:nvPr/>
          </p:nvSpPr>
          <p:spPr>
            <a:xfrm>
              <a:off x="4997196" y="1946909"/>
              <a:ext cx="3575304" cy="50292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/>
            <a:effectLst>
              <a:outerShdw blurRad="50800" dist="127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de-DE"/>
            </a:p>
          </p:txBody>
        </p:sp>
        <p:pic>
          <p:nvPicPr>
            <p:cNvPr id="36" name="Image 0" descr="Venn-Diagramm mit einfarbiger Füllung">
              <a:extLst>
                <a:ext uri="{FF2B5EF4-FFF2-40B4-BE49-F238E27FC236}">
                  <a16:creationId xmlns:a16="http://schemas.microsoft.com/office/drawing/2014/main" id="{B5162711-D406-3138-1FA3-4FCDF68AFCD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/>
          </p:blipFill>
          <p:spPr>
            <a:xfrm>
              <a:off x="5178213" y="1951724"/>
              <a:ext cx="227444" cy="22744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</p:pic>
        <p:sp>
          <p:nvSpPr>
            <p:cNvPr id="37" name="Text 4">
              <a:extLst>
                <a:ext uri="{FF2B5EF4-FFF2-40B4-BE49-F238E27FC236}">
                  <a16:creationId xmlns:a16="http://schemas.microsoft.com/office/drawing/2014/main" id="{CFBE76BA-C3CE-351D-BDB0-31183B32B4DD}"/>
                </a:ext>
              </a:extLst>
            </p:cNvPr>
            <p:cNvSpPr/>
            <p:nvPr/>
          </p:nvSpPr>
          <p:spPr>
            <a:xfrm>
              <a:off x="5566038" y="1969227"/>
              <a:ext cx="2124000" cy="2274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041E4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Resampling &amp; </a:t>
              </a:r>
              <a:r>
                <a:rPr lang="en-US" sz="1300" b="1" dirty="0" err="1">
                  <a:solidFill>
                    <a:srgbClr val="041E4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Sensorfusion</a:t>
              </a:r>
              <a:endParaRPr lang="en-US" sz="1300" dirty="0"/>
            </a:p>
          </p:txBody>
        </p:sp>
        <p:sp>
          <p:nvSpPr>
            <p:cNvPr id="38" name="Text 5">
              <a:extLst>
                <a:ext uri="{FF2B5EF4-FFF2-40B4-BE49-F238E27FC236}">
                  <a16:creationId xmlns:a16="http://schemas.microsoft.com/office/drawing/2014/main" id="{9EE87431-2F84-4469-1E8C-F93A865C2714}"/>
                </a:ext>
              </a:extLst>
            </p:cNvPr>
            <p:cNvSpPr/>
            <p:nvPr/>
          </p:nvSpPr>
          <p:spPr>
            <a:xfrm>
              <a:off x="5134356" y="2164342"/>
              <a:ext cx="3383280" cy="28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de-DE" sz="1100" dirty="0">
                  <a:solidFill>
                    <a:srgbClr val="66666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Vereinheitlichung auf 50 Hz und Zeitsynchronisation</a:t>
              </a:r>
              <a:endParaRPr lang="en-US" sz="1100" dirty="0"/>
            </a:p>
          </p:txBody>
        </p:sp>
      </p:grpSp>
      <p:grpSp>
        <p:nvGrpSpPr>
          <p:cNvPr id="44" name="Gruppieren 43">
            <a:extLst>
              <a:ext uri="{FF2B5EF4-FFF2-40B4-BE49-F238E27FC236}">
                <a16:creationId xmlns:a16="http://schemas.microsoft.com/office/drawing/2014/main" id="{93BD4994-7E23-9893-0A3B-379C9635026A}"/>
              </a:ext>
            </a:extLst>
          </p:cNvPr>
          <p:cNvGrpSpPr/>
          <p:nvPr/>
        </p:nvGrpSpPr>
        <p:grpSpPr>
          <a:xfrm>
            <a:off x="4997831" y="2946656"/>
            <a:ext cx="3575304" cy="502921"/>
            <a:chOff x="4997196" y="1946909"/>
            <a:chExt cx="3575304" cy="502921"/>
          </a:xfrm>
        </p:grpSpPr>
        <p:sp>
          <p:nvSpPr>
            <p:cNvPr id="45" name="Shape 3">
              <a:extLst>
                <a:ext uri="{FF2B5EF4-FFF2-40B4-BE49-F238E27FC236}">
                  <a16:creationId xmlns:a16="http://schemas.microsoft.com/office/drawing/2014/main" id="{53667759-EC2C-125A-E9C0-FD305F8BA67F}"/>
                </a:ext>
              </a:extLst>
            </p:cNvPr>
            <p:cNvSpPr/>
            <p:nvPr/>
          </p:nvSpPr>
          <p:spPr>
            <a:xfrm>
              <a:off x="4997196" y="1946909"/>
              <a:ext cx="3575304" cy="50292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/>
            <a:effectLst>
              <a:outerShdw blurRad="50800" dist="127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de-DE"/>
            </a:p>
          </p:txBody>
        </p:sp>
        <p:pic>
          <p:nvPicPr>
            <p:cNvPr id="46" name="Image 0" descr="Schallwelle mit einfarbiger Füllung">
              <a:extLst>
                <a:ext uri="{FF2B5EF4-FFF2-40B4-BE49-F238E27FC236}">
                  <a16:creationId xmlns:a16="http://schemas.microsoft.com/office/drawing/2014/main" id="{BFDAA45F-83B4-A813-6AF0-A8EDA3136EC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rcRect/>
            <a:stretch/>
          </p:blipFill>
          <p:spPr>
            <a:xfrm>
              <a:off x="5178213" y="1951724"/>
              <a:ext cx="227444" cy="22744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</p:pic>
        <p:sp>
          <p:nvSpPr>
            <p:cNvPr id="47" name="Text 4">
              <a:extLst>
                <a:ext uri="{FF2B5EF4-FFF2-40B4-BE49-F238E27FC236}">
                  <a16:creationId xmlns:a16="http://schemas.microsoft.com/office/drawing/2014/main" id="{14055792-8463-9D9D-CADE-8187EA876B65}"/>
                </a:ext>
              </a:extLst>
            </p:cNvPr>
            <p:cNvSpPr/>
            <p:nvPr/>
          </p:nvSpPr>
          <p:spPr>
            <a:xfrm>
              <a:off x="5566038" y="1969227"/>
              <a:ext cx="2124000" cy="2274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041E4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Signalverarbeitung</a:t>
              </a:r>
              <a:endParaRPr lang="en-US" sz="1300" dirty="0"/>
            </a:p>
          </p:txBody>
        </p:sp>
        <p:sp>
          <p:nvSpPr>
            <p:cNvPr id="48" name="Text 5">
              <a:extLst>
                <a:ext uri="{FF2B5EF4-FFF2-40B4-BE49-F238E27FC236}">
                  <a16:creationId xmlns:a16="http://schemas.microsoft.com/office/drawing/2014/main" id="{AE4B1830-6DDA-4202-E452-7DB2ACD00845}"/>
                </a:ext>
              </a:extLst>
            </p:cNvPr>
            <p:cNvSpPr/>
            <p:nvPr/>
          </p:nvSpPr>
          <p:spPr>
            <a:xfrm>
              <a:off x="5134356" y="2164342"/>
              <a:ext cx="3383280" cy="28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de-DE" sz="1100" dirty="0">
                  <a:solidFill>
                    <a:srgbClr val="66666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Tiefpassfilterung zur Rauschreduktion</a:t>
              </a:r>
              <a:endParaRPr lang="en-US" sz="1100" dirty="0"/>
            </a:p>
          </p:txBody>
        </p:sp>
      </p:grpSp>
      <p:grpSp>
        <p:nvGrpSpPr>
          <p:cNvPr id="49" name="Gruppieren 48">
            <a:extLst>
              <a:ext uri="{FF2B5EF4-FFF2-40B4-BE49-F238E27FC236}">
                <a16:creationId xmlns:a16="http://schemas.microsoft.com/office/drawing/2014/main" id="{C3DF230E-0CE1-D090-43F8-3B668F4BC72C}"/>
              </a:ext>
            </a:extLst>
          </p:cNvPr>
          <p:cNvGrpSpPr/>
          <p:nvPr/>
        </p:nvGrpSpPr>
        <p:grpSpPr>
          <a:xfrm>
            <a:off x="4997831" y="3488828"/>
            <a:ext cx="3575304" cy="631116"/>
            <a:chOff x="4997196" y="1946909"/>
            <a:chExt cx="3575304" cy="631116"/>
          </a:xfrm>
        </p:grpSpPr>
        <p:sp>
          <p:nvSpPr>
            <p:cNvPr id="56" name="Shape 3">
              <a:extLst>
                <a:ext uri="{FF2B5EF4-FFF2-40B4-BE49-F238E27FC236}">
                  <a16:creationId xmlns:a16="http://schemas.microsoft.com/office/drawing/2014/main" id="{8EE1AC10-681D-2454-2FAA-2F65F48AD2AA}"/>
                </a:ext>
              </a:extLst>
            </p:cNvPr>
            <p:cNvSpPr/>
            <p:nvPr/>
          </p:nvSpPr>
          <p:spPr>
            <a:xfrm>
              <a:off x="4997196" y="1946909"/>
              <a:ext cx="3575304" cy="63111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/>
            <a:effectLst>
              <a:outerShdw blurRad="50800" dist="127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de-DE"/>
            </a:p>
          </p:txBody>
        </p:sp>
        <p:pic>
          <p:nvPicPr>
            <p:cNvPr id="60" name="Image 0" descr="Tabelle mit einfarbiger Füllung">
              <a:extLst>
                <a:ext uri="{FF2B5EF4-FFF2-40B4-BE49-F238E27FC236}">
                  <a16:creationId xmlns:a16="http://schemas.microsoft.com/office/drawing/2014/main" id="{3C5A5E43-D4C9-4FCE-5A69-2350D0011B1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/>
          </p:blipFill>
          <p:spPr>
            <a:xfrm>
              <a:off x="5178213" y="1951724"/>
              <a:ext cx="227444" cy="22744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</p:pic>
        <p:sp>
          <p:nvSpPr>
            <p:cNvPr id="61" name="Text 4">
              <a:extLst>
                <a:ext uri="{FF2B5EF4-FFF2-40B4-BE49-F238E27FC236}">
                  <a16:creationId xmlns:a16="http://schemas.microsoft.com/office/drawing/2014/main" id="{008CFC41-29D1-B213-77E2-0B577D5966DE}"/>
                </a:ext>
              </a:extLst>
            </p:cNvPr>
            <p:cNvSpPr/>
            <p:nvPr/>
          </p:nvSpPr>
          <p:spPr>
            <a:xfrm>
              <a:off x="5566038" y="1969227"/>
              <a:ext cx="2124000" cy="2274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 err="1">
                  <a:solidFill>
                    <a:srgbClr val="041E4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Bewegungsfenster</a:t>
              </a:r>
              <a:endParaRPr lang="en-US" sz="1300" dirty="0"/>
            </a:p>
          </p:txBody>
        </p:sp>
        <p:sp>
          <p:nvSpPr>
            <p:cNvPr id="62" name="Text 5">
              <a:extLst>
                <a:ext uri="{FF2B5EF4-FFF2-40B4-BE49-F238E27FC236}">
                  <a16:creationId xmlns:a16="http://schemas.microsoft.com/office/drawing/2014/main" id="{C741376E-E97D-C359-6AB3-162C8766A3A7}"/>
                </a:ext>
              </a:extLst>
            </p:cNvPr>
            <p:cNvSpPr/>
            <p:nvPr/>
          </p:nvSpPr>
          <p:spPr>
            <a:xfrm>
              <a:off x="5134356" y="2164341"/>
              <a:ext cx="3383280" cy="4136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dirty="0">
                  <a:solidFill>
                    <a:srgbClr val="66666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Sliding Windows (ADL)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dirty="0">
                  <a:solidFill>
                    <a:srgbClr val="66666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Peak-aligned Windows (</a:t>
              </a:r>
              <a:r>
                <a:rPr lang="en-US" sz="1100" dirty="0" err="1">
                  <a:solidFill>
                    <a:srgbClr val="66666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Stürze</a:t>
              </a:r>
              <a:r>
                <a:rPr lang="en-US" sz="1100" dirty="0">
                  <a:solidFill>
                    <a:srgbClr val="66666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)</a:t>
              </a:r>
              <a:endParaRPr lang="en-US" sz="1100" dirty="0"/>
            </a:p>
          </p:txBody>
        </p:sp>
      </p:grpSp>
      <p:grpSp>
        <p:nvGrpSpPr>
          <p:cNvPr id="66" name="Gruppieren 65">
            <a:extLst>
              <a:ext uri="{FF2B5EF4-FFF2-40B4-BE49-F238E27FC236}">
                <a16:creationId xmlns:a16="http://schemas.microsoft.com/office/drawing/2014/main" id="{38330CC7-D654-DFAD-DA6E-01384A6D7B18}"/>
              </a:ext>
            </a:extLst>
          </p:cNvPr>
          <p:cNvGrpSpPr/>
          <p:nvPr/>
        </p:nvGrpSpPr>
        <p:grpSpPr>
          <a:xfrm>
            <a:off x="4997831" y="4165629"/>
            <a:ext cx="3575304" cy="502921"/>
            <a:chOff x="4997196" y="1946909"/>
            <a:chExt cx="3575304" cy="502921"/>
          </a:xfrm>
        </p:grpSpPr>
        <p:sp>
          <p:nvSpPr>
            <p:cNvPr id="70" name="Shape 3">
              <a:extLst>
                <a:ext uri="{FF2B5EF4-FFF2-40B4-BE49-F238E27FC236}">
                  <a16:creationId xmlns:a16="http://schemas.microsoft.com/office/drawing/2014/main" id="{5A590E66-8A01-EF00-31E8-15DF17A4D0C2}"/>
                </a:ext>
              </a:extLst>
            </p:cNvPr>
            <p:cNvSpPr/>
            <p:nvPr/>
          </p:nvSpPr>
          <p:spPr>
            <a:xfrm>
              <a:off x="4997196" y="1946909"/>
              <a:ext cx="3575304" cy="50292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/>
            <a:effectLst>
              <a:outerShdw blurRad="50800" dist="127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de-DE"/>
            </a:p>
          </p:txBody>
        </p:sp>
        <p:pic>
          <p:nvPicPr>
            <p:cNvPr id="73" name="Image 0" descr="Zahnrad mit einfarbiger Füllung">
              <a:extLst>
                <a:ext uri="{FF2B5EF4-FFF2-40B4-BE49-F238E27FC236}">
                  <a16:creationId xmlns:a16="http://schemas.microsoft.com/office/drawing/2014/main" id="{126F4D9E-AF79-78F1-3BA2-BE3E4F2B88F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rcRect/>
            <a:stretch/>
          </p:blipFill>
          <p:spPr>
            <a:xfrm>
              <a:off x="5178213" y="1951724"/>
              <a:ext cx="227444" cy="22744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</p:pic>
        <p:sp>
          <p:nvSpPr>
            <p:cNvPr id="77" name="Text 4">
              <a:extLst>
                <a:ext uri="{FF2B5EF4-FFF2-40B4-BE49-F238E27FC236}">
                  <a16:creationId xmlns:a16="http://schemas.microsoft.com/office/drawing/2014/main" id="{6E21517E-DE4D-B470-29D0-65E7E670E18E}"/>
                </a:ext>
              </a:extLst>
            </p:cNvPr>
            <p:cNvSpPr/>
            <p:nvPr/>
          </p:nvSpPr>
          <p:spPr>
            <a:xfrm>
              <a:off x="5566038" y="1969227"/>
              <a:ext cx="2124000" cy="2274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041E4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Feature Extraction</a:t>
              </a:r>
              <a:endParaRPr lang="en-US" sz="1300" dirty="0"/>
            </a:p>
          </p:txBody>
        </p:sp>
        <p:sp>
          <p:nvSpPr>
            <p:cNvPr id="78" name="Text 5">
              <a:extLst>
                <a:ext uri="{FF2B5EF4-FFF2-40B4-BE49-F238E27FC236}">
                  <a16:creationId xmlns:a16="http://schemas.microsoft.com/office/drawing/2014/main" id="{88F0F9E6-F4C4-23AA-590B-4BC0008C1CE2}"/>
                </a:ext>
              </a:extLst>
            </p:cNvPr>
            <p:cNvSpPr/>
            <p:nvPr/>
          </p:nvSpPr>
          <p:spPr>
            <a:xfrm>
              <a:off x="5134356" y="2164342"/>
              <a:ext cx="3383280" cy="28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de-DE" sz="1100" dirty="0">
                  <a:solidFill>
                    <a:srgbClr val="66666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70 interpretierbare IMU-Features</a:t>
              </a:r>
              <a:endParaRPr lang="en-US" sz="1100" dirty="0"/>
            </a:p>
          </p:txBody>
        </p:sp>
      </p:grpSp>
      <p:sp>
        <p:nvSpPr>
          <p:cNvPr id="80" name="Fußzeilenplatzhalter 2">
            <a:extLst>
              <a:ext uri="{FF2B5EF4-FFF2-40B4-BE49-F238E27FC236}">
                <a16:creationId xmlns:a16="http://schemas.microsoft.com/office/drawing/2014/main" id="{43AA24D6-6095-F600-EE57-9868F4903D68}"/>
              </a:ext>
            </a:extLst>
          </p:cNvPr>
          <p:cNvSpPr txBox="1">
            <a:spLocks/>
          </p:cNvSpPr>
          <p:nvPr/>
        </p:nvSpPr>
        <p:spPr>
          <a:xfrm>
            <a:off x="91412" y="5006814"/>
            <a:ext cx="6309387" cy="18466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de-DE" sz="600" dirty="0">
                <a:solidFill>
                  <a:prstClr val="black"/>
                </a:solidFill>
                <a:cs typeface="Heebo" pitchFamily="2" charset="-79"/>
              </a:rPr>
              <a:t>Friedrich-Alexander-Universität Erlangen-Nürnberg </a:t>
            </a:r>
            <a:r>
              <a:rPr lang="en-US" sz="600" dirty="0">
                <a:solidFill>
                  <a:prstClr val="black"/>
                </a:solidFill>
                <a:ea typeface="Calibri" pitchFamily="34" charset="-122"/>
                <a:cs typeface="Heebo" pitchFamily="2" charset="-79"/>
              </a:rPr>
              <a:t>| ML4B </a:t>
            </a:r>
            <a:r>
              <a:rPr lang="en-US" sz="600" dirty="0" err="1">
                <a:solidFill>
                  <a:prstClr val="black"/>
                </a:solidFill>
                <a:ea typeface="Calibri" pitchFamily="34" charset="-122"/>
                <a:cs typeface="Heebo" pitchFamily="2" charset="-79"/>
              </a:rPr>
              <a:t>SoSe</a:t>
            </a:r>
            <a:r>
              <a:rPr lang="en-US" sz="600" dirty="0">
                <a:solidFill>
                  <a:prstClr val="black"/>
                </a:solidFill>
                <a:ea typeface="Calibri" pitchFamily="34" charset="-122"/>
                <a:cs typeface="Heebo" pitchFamily="2" charset="-79"/>
              </a:rPr>
              <a:t> 2026 </a:t>
            </a:r>
            <a:r>
              <a:rPr lang="de-DE" sz="600" dirty="0">
                <a:solidFill>
                  <a:prstClr val="black"/>
                </a:solidFill>
                <a:ea typeface="Calibri" pitchFamily="34" charset="-122"/>
                <a:cs typeface="Heebo" pitchFamily="2" charset="-79"/>
              </a:rPr>
              <a:t>| Präsentiert vom P-Team: Tobias Franz · Vincent Schreyer · Tim Walther | Projekt des C-Teams </a:t>
            </a:r>
          </a:p>
          <a:p>
            <a:pPr>
              <a:defRPr/>
            </a:pPr>
            <a:endParaRPr lang="de-DE" sz="600" dirty="0">
              <a:solidFill>
                <a:prstClr val="black"/>
              </a:solidFill>
              <a:cs typeface="Heebo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7055071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4973A1-8BA5-06D7-48A9-13CEF398A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32C01248-F265-D607-CAD0-9809CFAE89F0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92896" y="2620927"/>
            <a:ext cx="4255603" cy="2370762"/>
            <a:chOff x="392896" y="2620927"/>
            <a:chExt cx="4255603" cy="2370762"/>
          </a:xfrm>
        </p:grpSpPr>
        <p:pic>
          <p:nvPicPr>
            <p:cNvPr id="8" name="Image 0" descr="preencoded.png">
              <a:extLst>
                <a:ext uri="{FF2B5EF4-FFF2-40B4-BE49-F238E27FC236}">
                  <a16:creationId xmlns:a16="http://schemas.microsoft.com/office/drawing/2014/main" id="{9958E9CC-6C81-8789-933B-BCC26DA7C0C3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3"/>
            <a:srcRect t="25739" b="34383"/>
            <a:stretch>
              <a:fillRect/>
            </a:stretch>
          </p:blipFill>
          <p:spPr>
            <a:xfrm>
              <a:off x="392896" y="2620927"/>
              <a:ext cx="4251962" cy="1611638"/>
            </a:xfrm>
            <a:prstGeom prst="rect">
              <a:avLst/>
            </a:prstGeom>
          </p:spPr>
        </p:pic>
        <p:sp>
          <p:nvSpPr>
            <p:cNvPr id="3" name="Rechteck 2">
              <a:extLst>
                <a:ext uri="{FF2B5EF4-FFF2-40B4-BE49-F238E27FC236}">
                  <a16:creationId xmlns:a16="http://schemas.microsoft.com/office/drawing/2014/main" id="{9982426F-56E8-125C-617C-A3DA5440428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08601" y="3427281"/>
              <a:ext cx="824347" cy="55418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de-DE" sz="700" dirty="0">
                  <a:solidFill>
                    <a:srgbClr val="152D47"/>
                  </a:solidFill>
                </a:rPr>
                <a:t>Binäre Entscheidung: </a:t>
              </a:r>
            </a:p>
            <a:p>
              <a:r>
                <a:rPr lang="de-DE" sz="700" dirty="0">
                  <a:solidFill>
                    <a:srgbClr val="152D47"/>
                  </a:solidFill>
                </a:rPr>
                <a:t>Fall vs. </a:t>
              </a:r>
              <a:r>
                <a:rPr lang="de-DE" sz="700" dirty="0" err="1">
                  <a:solidFill>
                    <a:srgbClr val="152D47"/>
                  </a:solidFill>
                </a:rPr>
                <a:t>No</a:t>
              </a:r>
              <a:r>
                <a:rPr lang="de-DE" sz="700" dirty="0">
                  <a:solidFill>
                    <a:srgbClr val="152D47"/>
                  </a:solidFill>
                </a:rPr>
                <a:t> Fall</a:t>
              </a:r>
            </a:p>
          </p:txBody>
        </p:sp>
        <p:sp>
          <p:nvSpPr>
            <p:cNvPr id="4" name="Rechteck 3">
              <a:extLst>
                <a:ext uri="{FF2B5EF4-FFF2-40B4-BE49-F238E27FC236}">
                  <a16:creationId xmlns:a16="http://schemas.microsoft.com/office/drawing/2014/main" id="{85576918-AA96-4AA3-049C-91C40180534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662543" y="3408856"/>
              <a:ext cx="741218" cy="55418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de-DE" sz="700" dirty="0">
                  <a:solidFill>
                    <a:srgbClr val="152D47"/>
                  </a:solidFill>
                </a:rPr>
                <a:t>Optionale Falltyp-Schätzung</a:t>
              </a:r>
            </a:p>
          </p:txBody>
        </p:sp>
        <p:pic>
          <p:nvPicPr>
            <p:cNvPr id="5" name="Image 0" descr="preencoded.png">
              <a:extLst>
                <a:ext uri="{FF2B5EF4-FFF2-40B4-BE49-F238E27FC236}">
                  <a16:creationId xmlns:a16="http://schemas.microsoft.com/office/drawing/2014/main" id="{333DD6F0-DF3A-B038-4AAA-97652DC4AD11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3"/>
            <a:srcRect t="68725" b="12667"/>
            <a:stretch>
              <a:fillRect/>
            </a:stretch>
          </p:blipFill>
          <p:spPr>
            <a:xfrm>
              <a:off x="396537" y="4232564"/>
              <a:ext cx="4251962" cy="759125"/>
            </a:xfrm>
            <a:prstGeom prst="rect">
              <a:avLst/>
            </a:prstGeom>
          </p:spPr>
        </p:pic>
        <p:pic>
          <p:nvPicPr>
            <p:cNvPr id="6" name="Image 0" descr="preencoded.png">
              <a:extLst>
                <a:ext uri="{FF2B5EF4-FFF2-40B4-BE49-F238E27FC236}">
                  <a16:creationId xmlns:a16="http://schemas.microsoft.com/office/drawing/2014/main" id="{72250217-0131-58DB-7F68-A6C7E06FB57E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3"/>
            <a:srcRect t="64152" r="78333" b="29468"/>
            <a:stretch>
              <a:fillRect/>
            </a:stretch>
          </p:blipFill>
          <p:spPr>
            <a:xfrm>
              <a:off x="496119" y="4197120"/>
              <a:ext cx="921270" cy="246221"/>
            </a:xfrm>
            <a:prstGeom prst="rect">
              <a:avLst/>
            </a:prstGeom>
          </p:spPr>
        </p:pic>
      </p:grpSp>
      <p:sp>
        <p:nvSpPr>
          <p:cNvPr id="2" name="Text 0">
            <a:extLst>
              <a:ext uri="{FF2B5EF4-FFF2-40B4-BE49-F238E27FC236}">
                <a16:creationId xmlns:a16="http://schemas.microsoft.com/office/drawing/2014/main" id="{02CBAA77-F440-7952-90A8-781C32FFC777}"/>
              </a:ext>
            </a:extLst>
          </p:cNvPr>
          <p:cNvSpPr/>
          <p:nvPr/>
        </p:nvSpPr>
        <p:spPr>
          <a:xfrm>
            <a:off x="496119" y="493200"/>
            <a:ext cx="7106948" cy="761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de-DE" sz="2400" dirty="0">
                <a:solidFill>
                  <a:srgbClr val="152D47"/>
                </a:solidFill>
                <a:latin typeface="Times New Roman" panose="02020603050405020304" pitchFamily="18" charset="0"/>
                <a:ea typeface="Crimson Pro SemiBold" pitchFamily="34" charset="-122"/>
                <a:cs typeface="Times New Roman" panose="02020603050405020304" pitchFamily="18" charset="0"/>
              </a:rPr>
              <a:t>Entwicklung und Bewertung eines </a:t>
            </a:r>
          </a:p>
          <a:p>
            <a:pPr marL="0" indent="0" algn="l">
              <a:lnSpc>
                <a:spcPct val="104000"/>
              </a:lnSpc>
              <a:buNone/>
            </a:pPr>
            <a:r>
              <a:rPr lang="de-DE" sz="2400" dirty="0">
                <a:solidFill>
                  <a:srgbClr val="152D47"/>
                </a:solidFill>
                <a:latin typeface="Times New Roman" panose="02020603050405020304" pitchFamily="18" charset="0"/>
                <a:ea typeface="Crimson Pro SemiBold" pitchFamily="34" charset="-122"/>
                <a:cs typeface="Times New Roman" panose="02020603050405020304" pitchFamily="18" charset="0"/>
              </a:rPr>
              <a:t>Random-Forest-basierten Klassifikationsmodells</a:t>
            </a:r>
            <a:endParaRPr lang="en-US" sz="2400" dirty="0">
              <a:solidFill>
                <a:srgbClr val="152D47"/>
              </a:solidFill>
              <a:latin typeface="Times New Roman" panose="02020603050405020304" pitchFamily="18" charset="0"/>
              <a:ea typeface="Crimson Pro SemiBold" pitchFamily="34" charset="-122"/>
              <a:cs typeface="Times New Roman" panose="02020603050405020304" pitchFamily="18" charset="0"/>
            </a:endParaRPr>
          </a:p>
        </p:txBody>
      </p:sp>
      <p:sp>
        <p:nvSpPr>
          <p:cNvPr id="18" name="Datumsplatzhalter 1">
            <a:extLst>
              <a:ext uri="{FF2B5EF4-FFF2-40B4-BE49-F238E27FC236}">
                <a16:creationId xmlns:a16="http://schemas.microsoft.com/office/drawing/2014/main" id="{77354394-B50D-FFB6-2823-CBAC864EA41C}"/>
              </a:ext>
            </a:extLst>
          </p:cNvPr>
          <p:cNvSpPr txBox="1">
            <a:spLocks/>
          </p:cNvSpPr>
          <p:nvPr/>
        </p:nvSpPr>
        <p:spPr>
          <a:xfrm>
            <a:off x="8251173" y="4991689"/>
            <a:ext cx="407163" cy="92333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AC63C1E1-AC59-4719-B48A-47AE7D11D1F4}" type="datetime4">
              <a:rPr lang="de-DE" sz="600" smtClean="0">
                <a:solidFill>
                  <a:prstClr val="black"/>
                </a:solidFill>
                <a:cs typeface="Heebo" pitchFamily="2" charset="-79"/>
              </a:rPr>
              <a:pPr>
                <a:defRPr/>
              </a:pPr>
              <a:t>25. Juni 2026</a:t>
            </a:fld>
            <a:endParaRPr lang="de-DE" sz="600">
              <a:solidFill>
                <a:prstClr val="black"/>
              </a:solidFill>
              <a:cs typeface="Heebo" pitchFamily="2" charset="-79"/>
            </a:endParaRPr>
          </a:p>
        </p:txBody>
      </p:sp>
      <p:sp>
        <p:nvSpPr>
          <p:cNvPr id="20" name="Foliennummernplatzhalter 3">
            <a:extLst>
              <a:ext uri="{FF2B5EF4-FFF2-40B4-BE49-F238E27FC236}">
                <a16:creationId xmlns:a16="http://schemas.microsoft.com/office/drawing/2014/main" id="{AEBAF63F-B8DF-F87D-B0F8-E56BD2ED7ED4}"/>
              </a:ext>
            </a:extLst>
          </p:cNvPr>
          <p:cNvSpPr txBox="1">
            <a:spLocks/>
          </p:cNvSpPr>
          <p:nvPr/>
        </p:nvSpPr>
        <p:spPr>
          <a:xfrm>
            <a:off x="9028983" y="4991689"/>
            <a:ext cx="38472" cy="92333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D949F9DF-37BD-4CD6-BF49-65BA579E1D7A}" type="slidenum">
              <a:rPr lang="de-DE" sz="600" smtClean="0">
                <a:solidFill>
                  <a:prstClr val="black"/>
                </a:solidFill>
                <a:cs typeface="Heebo" pitchFamily="2" charset="-79"/>
              </a:rPr>
              <a:pPr>
                <a:defRPr/>
              </a:pPr>
              <a:t>4</a:t>
            </a:fld>
            <a:endParaRPr lang="de-DE" sz="600">
              <a:solidFill>
                <a:prstClr val="black"/>
              </a:solidFill>
              <a:cs typeface="Heebo" pitchFamily="2" charset="-79"/>
            </a:endParaRPr>
          </a:p>
        </p:txBody>
      </p:sp>
      <p:sp>
        <p:nvSpPr>
          <p:cNvPr id="22" name="Shape 3">
            <a:extLst>
              <a:ext uri="{FF2B5EF4-FFF2-40B4-BE49-F238E27FC236}">
                <a16:creationId xmlns:a16="http://schemas.microsoft.com/office/drawing/2014/main" id="{39FD8D14-37C6-F8D0-4773-0A4D775D120B}"/>
              </a:ext>
            </a:extLst>
          </p:cNvPr>
          <p:cNvSpPr/>
          <p:nvPr/>
        </p:nvSpPr>
        <p:spPr>
          <a:xfrm>
            <a:off x="389255" y="1325077"/>
            <a:ext cx="4114800" cy="1326980"/>
          </a:xfrm>
          <a:prstGeom prst="rect">
            <a:avLst/>
          </a:prstGeom>
          <a:solidFill>
            <a:srgbClr val="F5F5F5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3" name="Shape 4">
            <a:extLst>
              <a:ext uri="{FF2B5EF4-FFF2-40B4-BE49-F238E27FC236}">
                <a16:creationId xmlns:a16="http://schemas.microsoft.com/office/drawing/2014/main" id="{66C4BB08-50CB-9158-D701-E9605F02BC53}"/>
              </a:ext>
            </a:extLst>
          </p:cNvPr>
          <p:cNvSpPr/>
          <p:nvPr/>
        </p:nvSpPr>
        <p:spPr>
          <a:xfrm>
            <a:off x="389255" y="1325077"/>
            <a:ext cx="54864" cy="132840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24" name="Image 0" descr="Illustrator mit einfarbiger Füllung">
            <a:extLst>
              <a:ext uri="{FF2B5EF4-FFF2-40B4-BE49-F238E27FC236}">
                <a16:creationId xmlns:a16="http://schemas.microsoft.com/office/drawing/2014/main" id="{45FCFF4D-2F78-3B94-E257-42F477AC089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617855" y="1462237"/>
            <a:ext cx="365760" cy="365760"/>
          </a:xfrm>
          <a:prstGeom prst="rect">
            <a:avLst/>
          </a:prstGeom>
        </p:spPr>
      </p:pic>
      <p:sp>
        <p:nvSpPr>
          <p:cNvPr id="25" name="Text 5">
            <a:extLst>
              <a:ext uri="{FF2B5EF4-FFF2-40B4-BE49-F238E27FC236}">
                <a16:creationId xmlns:a16="http://schemas.microsoft.com/office/drawing/2014/main" id="{6817CF90-3EE7-363C-4C5A-B15B61A1CD95}"/>
              </a:ext>
            </a:extLst>
          </p:cNvPr>
          <p:cNvSpPr/>
          <p:nvPr/>
        </p:nvSpPr>
        <p:spPr>
          <a:xfrm>
            <a:off x="1120775" y="1370797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041E42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Modelling</a:t>
            </a:r>
          </a:p>
        </p:txBody>
      </p:sp>
      <p:sp>
        <p:nvSpPr>
          <p:cNvPr id="26" name="Text 6">
            <a:extLst>
              <a:ext uri="{FF2B5EF4-FFF2-40B4-BE49-F238E27FC236}">
                <a16:creationId xmlns:a16="http://schemas.microsoft.com/office/drawing/2014/main" id="{43B156F4-070D-FCD4-3E87-5161CF5E4346}"/>
              </a:ext>
            </a:extLst>
          </p:cNvPr>
          <p:cNvSpPr/>
          <p:nvPr/>
        </p:nvSpPr>
        <p:spPr>
          <a:xfrm>
            <a:off x="1120775" y="1690839"/>
            <a:ext cx="3200400" cy="880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sz="11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1: </a:t>
            </a:r>
            <a:r>
              <a:rPr lang="de-DE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Binäre Klassifikation Fall vs. ADL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sz="11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2: </a:t>
            </a:r>
            <a:r>
              <a:rPr lang="de-DE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Multiklassen-Klassifikation der Fallrichtung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Zwei getrennte </a:t>
            </a:r>
            <a:r>
              <a:rPr lang="de-DE" sz="11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Random-Forest</a:t>
            </a:r>
            <a:r>
              <a:rPr lang="de-DE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-Modelle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nur aktiv bei positivem Fall-Signal</a:t>
            </a:r>
            <a:endParaRPr lang="en-US" sz="1100" dirty="0">
              <a:solidFill>
                <a:srgbClr val="6D6D6D"/>
              </a:solidFill>
            </a:endParaRPr>
          </a:p>
        </p:txBody>
      </p: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99ACE7B7-A7AB-4D04-4C34-711B4E05BA5E}"/>
              </a:ext>
            </a:extLst>
          </p:cNvPr>
          <p:cNvGrpSpPr/>
          <p:nvPr/>
        </p:nvGrpSpPr>
        <p:grpSpPr>
          <a:xfrm>
            <a:off x="4641215" y="1325076"/>
            <a:ext cx="4114800" cy="1328401"/>
            <a:chOff x="457200" y="1280159"/>
            <a:chExt cx="4114800" cy="1328401"/>
          </a:xfrm>
        </p:grpSpPr>
        <p:sp>
          <p:nvSpPr>
            <p:cNvPr id="28" name="Shape 3">
              <a:extLst>
                <a:ext uri="{FF2B5EF4-FFF2-40B4-BE49-F238E27FC236}">
                  <a16:creationId xmlns:a16="http://schemas.microsoft.com/office/drawing/2014/main" id="{FE34A074-23F4-19AB-4FF1-373DD46D77E1}"/>
                </a:ext>
              </a:extLst>
            </p:cNvPr>
            <p:cNvSpPr/>
            <p:nvPr/>
          </p:nvSpPr>
          <p:spPr>
            <a:xfrm>
              <a:off x="457200" y="1280159"/>
              <a:ext cx="4114800" cy="1326981"/>
            </a:xfrm>
            <a:prstGeom prst="rect">
              <a:avLst/>
            </a:prstGeom>
            <a:solidFill>
              <a:srgbClr val="F5F5F5"/>
            </a:solidFill>
            <a:ln/>
            <a:effectLst>
              <a:outerShdw blurRad="50800" dist="127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de-DE" dirty="0"/>
            </a:p>
          </p:txBody>
        </p:sp>
        <p:sp>
          <p:nvSpPr>
            <p:cNvPr id="29" name="Shape 4">
              <a:extLst>
                <a:ext uri="{FF2B5EF4-FFF2-40B4-BE49-F238E27FC236}">
                  <a16:creationId xmlns:a16="http://schemas.microsoft.com/office/drawing/2014/main" id="{EF0A789F-394A-B508-F551-C5922A7B8B8C}"/>
                </a:ext>
              </a:extLst>
            </p:cNvPr>
            <p:cNvSpPr/>
            <p:nvPr/>
          </p:nvSpPr>
          <p:spPr>
            <a:xfrm>
              <a:off x="457200" y="1280160"/>
              <a:ext cx="54864" cy="1328400"/>
            </a:xfrm>
            <a:prstGeom prst="rect">
              <a:avLst/>
            </a:prstGeom>
            <a:solidFill>
              <a:schemeClr val="accent1"/>
            </a:solidFill>
            <a:ln/>
          </p:spPr>
          <p:txBody>
            <a:bodyPr/>
            <a:lstStyle/>
            <a:p>
              <a:endParaRPr lang="de-DE"/>
            </a:p>
          </p:txBody>
        </p:sp>
        <p:pic>
          <p:nvPicPr>
            <p:cNvPr id="30" name="Image 0" descr="Liste mit einfarbiger Füllung">
              <a:extLst>
                <a:ext uri="{FF2B5EF4-FFF2-40B4-BE49-F238E27FC236}">
                  <a16:creationId xmlns:a16="http://schemas.microsoft.com/office/drawing/2014/main" id="{DF697ADB-ECF9-793F-FF26-6D28CC8AD66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685800" y="1417320"/>
              <a:ext cx="365760" cy="365760"/>
            </a:xfrm>
            <a:prstGeom prst="rect">
              <a:avLst/>
            </a:prstGeom>
          </p:spPr>
        </p:pic>
        <p:sp>
          <p:nvSpPr>
            <p:cNvPr id="31" name="Text 5">
              <a:extLst>
                <a:ext uri="{FF2B5EF4-FFF2-40B4-BE49-F238E27FC236}">
                  <a16:creationId xmlns:a16="http://schemas.microsoft.com/office/drawing/2014/main" id="{C03672C3-3D03-74EA-EB37-DA903894E09D}"/>
                </a:ext>
              </a:extLst>
            </p:cNvPr>
            <p:cNvSpPr/>
            <p:nvPr/>
          </p:nvSpPr>
          <p:spPr>
            <a:xfrm>
              <a:off x="1188720" y="1325880"/>
              <a:ext cx="32004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400" b="1" dirty="0">
                  <a:solidFill>
                    <a:srgbClr val="041E42"/>
                  </a:solidFill>
                  <a:latin typeface="Times New Roman" panose="02020603050405020304" pitchFamily="18" charset="0"/>
                  <a:ea typeface="Calibri"/>
                  <a:cs typeface="Times New Roman" panose="02020603050405020304" pitchFamily="18" charset="0"/>
                </a:rPr>
                <a:t>Evaluation</a:t>
              </a:r>
            </a:p>
          </p:txBody>
        </p:sp>
      </p:grpSp>
      <p:sp>
        <p:nvSpPr>
          <p:cNvPr id="72" name="Shape 1">
            <a:extLst>
              <a:ext uri="{FF2B5EF4-FFF2-40B4-BE49-F238E27FC236}">
                <a16:creationId xmlns:a16="http://schemas.microsoft.com/office/drawing/2014/main" id="{5454F0AD-C75A-85FD-34A9-873D68AE307A}"/>
              </a:ext>
            </a:extLst>
          </p:cNvPr>
          <p:cNvSpPr/>
          <p:nvPr/>
        </p:nvSpPr>
        <p:spPr>
          <a:xfrm>
            <a:off x="4068702" y="1320943"/>
            <a:ext cx="426209" cy="274631"/>
          </a:xfrm>
          <a:prstGeom prst="roundRect">
            <a:avLst>
              <a:gd name="adj" fmla="val 6386"/>
            </a:avLst>
          </a:prstGeom>
          <a:solidFill>
            <a:srgbClr val="CCD7FF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74" name="Grafik 73" descr="Marke 4 mit einfarbiger Füllung">
            <a:extLst>
              <a:ext uri="{FF2B5EF4-FFF2-40B4-BE49-F238E27FC236}">
                <a16:creationId xmlns:a16="http://schemas.microsoft.com/office/drawing/2014/main" id="{596A0176-59AF-4D4F-3838-140EACD98C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4137939" y="1320943"/>
            <a:ext cx="274631" cy="274631"/>
          </a:xfrm>
          <a:prstGeom prst="rect">
            <a:avLst/>
          </a:prstGeom>
        </p:spPr>
      </p:pic>
      <p:sp>
        <p:nvSpPr>
          <p:cNvPr id="75" name="Shape 1">
            <a:extLst>
              <a:ext uri="{FF2B5EF4-FFF2-40B4-BE49-F238E27FC236}">
                <a16:creationId xmlns:a16="http://schemas.microsoft.com/office/drawing/2014/main" id="{9BD69728-5590-4EF4-30B6-12D7D0F3543E}"/>
              </a:ext>
            </a:extLst>
          </p:cNvPr>
          <p:cNvSpPr/>
          <p:nvPr/>
        </p:nvSpPr>
        <p:spPr>
          <a:xfrm>
            <a:off x="8324895" y="1320943"/>
            <a:ext cx="426209" cy="274631"/>
          </a:xfrm>
          <a:prstGeom prst="roundRect">
            <a:avLst>
              <a:gd name="adj" fmla="val 6386"/>
            </a:avLst>
          </a:prstGeom>
          <a:solidFill>
            <a:srgbClr val="CCD7FF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76" name="Grafik 75" descr="Marke 5 mit einfarbiger Füllung">
            <a:extLst>
              <a:ext uri="{FF2B5EF4-FFF2-40B4-BE49-F238E27FC236}">
                <a16:creationId xmlns:a16="http://schemas.microsoft.com/office/drawing/2014/main" id="{3CE0ACB9-0210-4772-9105-E7157D2447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8394132" y="1320943"/>
            <a:ext cx="274631" cy="274631"/>
          </a:xfrm>
          <a:prstGeom prst="rect">
            <a:avLst/>
          </a:prstGeom>
        </p:spPr>
      </p:pic>
      <p:sp>
        <p:nvSpPr>
          <p:cNvPr id="9" name="Text 6">
            <a:extLst>
              <a:ext uri="{FF2B5EF4-FFF2-40B4-BE49-F238E27FC236}">
                <a16:creationId xmlns:a16="http://schemas.microsoft.com/office/drawing/2014/main" id="{C4E4010F-1037-5F27-B1EC-A46E85D0DD95}"/>
              </a:ext>
            </a:extLst>
          </p:cNvPr>
          <p:cNvSpPr/>
          <p:nvPr/>
        </p:nvSpPr>
        <p:spPr>
          <a:xfrm>
            <a:off x="5337599" y="1690837"/>
            <a:ext cx="3200400" cy="880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sz="1100" dirty="0" err="1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</a:t>
            </a:r>
            <a:r>
              <a:rPr lang="de-DE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de-DE" sz="1100" dirty="0" err="1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</a:t>
            </a:r>
            <a:r>
              <a:rPr lang="de-DE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-Subject-Out Cross-Validation (LOSO)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auf zwei Personen, Test auf der dritten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Realistische Simulation unbekannter Nutzer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Getrennte Evaluation für Stage 1 und Stage 2</a:t>
            </a:r>
            <a:endParaRPr lang="en-US" sz="1100" dirty="0">
              <a:solidFill>
                <a:srgbClr val="6D6D6D"/>
              </a:solidFill>
            </a:endParaRPr>
          </a:p>
        </p:txBody>
      </p:sp>
      <p:pic>
        <p:nvPicPr>
          <p:cNvPr id="10" name="Grafik 9" descr="Figure 1: Stage 1 confusion matrix">
            <a:extLst>
              <a:ext uri="{FF2B5EF4-FFF2-40B4-BE49-F238E27FC236}">
                <a16:creationId xmlns:a16="http://schemas.microsoft.com/office/drawing/2014/main" id="{4EBFE427-B365-3BFF-8B7A-76D27C0641C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35575" y="2680577"/>
            <a:ext cx="2105188" cy="2047591"/>
          </a:xfrm>
          <a:prstGeom prst="rect">
            <a:avLst/>
          </a:prstGeom>
        </p:spPr>
      </p:pic>
      <p:sp>
        <p:nvSpPr>
          <p:cNvPr id="11" name="Shape 1">
            <a:extLst>
              <a:ext uri="{FF2B5EF4-FFF2-40B4-BE49-F238E27FC236}">
                <a16:creationId xmlns:a16="http://schemas.microsoft.com/office/drawing/2014/main" id="{6B24496B-93E1-BBAC-6C64-087FF4EFFB64}"/>
              </a:ext>
            </a:extLst>
          </p:cNvPr>
          <p:cNvSpPr/>
          <p:nvPr/>
        </p:nvSpPr>
        <p:spPr>
          <a:xfrm>
            <a:off x="7437705" y="3593360"/>
            <a:ext cx="1313399" cy="589173"/>
          </a:xfrm>
          <a:prstGeom prst="roundRect">
            <a:avLst>
              <a:gd name="adj" fmla="val 6386"/>
            </a:avLst>
          </a:prstGeom>
          <a:solidFill>
            <a:srgbClr val="CCD7FF"/>
          </a:solidFill>
          <a:ln/>
        </p:spPr>
        <p:txBody>
          <a:bodyPr/>
          <a:lstStyle/>
          <a:p>
            <a:r>
              <a:rPr lang="de-DE" sz="800" dirty="0">
                <a:sym typeface="Wingdings" panose="05000000000000000000" pitchFamily="2" charset="2"/>
              </a:rPr>
              <a:t></a:t>
            </a:r>
            <a:r>
              <a:rPr lang="de-DE" sz="800" dirty="0"/>
              <a:t> gute Leistung und Grundlage für Smartphone-basierte Sturzerkennung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F47507C8-E158-99A6-4A23-01EF14A3474D}"/>
              </a:ext>
            </a:extLst>
          </p:cNvPr>
          <p:cNvSpPr txBox="1"/>
          <p:nvPr/>
        </p:nvSpPr>
        <p:spPr>
          <a:xfrm>
            <a:off x="1056250" y="4784154"/>
            <a:ext cx="801120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de-DE" sz="500" dirty="0">
                <a:solidFill>
                  <a:srgbClr val="6D6D6D"/>
                </a:solidFill>
              </a:rPr>
              <a:t>Bild Quelle: Anthropic. (2026). Claude AI [KI-Tool]. </a:t>
            </a:r>
            <a:r>
              <a:rPr lang="de-DE" sz="500" dirty="0">
                <a:solidFill>
                  <a:srgbClr val="6D6D6D"/>
                </a:solidFill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https://www.anthropic.com/claude</a:t>
            </a:r>
            <a:r>
              <a:rPr lang="de-DE" sz="500" dirty="0">
                <a:solidFill>
                  <a:srgbClr val="6D6D6D"/>
                </a:solidFill>
              </a:rPr>
              <a:t>; </a:t>
            </a:r>
          </a:p>
          <a:p>
            <a:pPr algn="r">
              <a:buNone/>
            </a:pPr>
            <a:r>
              <a:rPr lang="de-DE" sz="500" dirty="0">
                <a:solidFill>
                  <a:srgbClr val="6D6D6D"/>
                </a:solidFill>
              </a:rPr>
              <a:t>C-Team ML4B. (2026). Evaluationsübersicht des </a:t>
            </a:r>
            <a:r>
              <a:rPr lang="de-DE" sz="500" dirty="0" err="1">
                <a:solidFill>
                  <a:srgbClr val="6D6D6D"/>
                </a:solidFill>
              </a:rPr>
              <a:t>SafeStep</a:t>
            </a:r>
            <a:r>
              <a:rPr lang="de-DE" sz="500" dirty="0">
                <a:solidFill>
                  <a:srgbClr val="6D6D6D"/>
                </a:solidFill>
              </a:rPr>
              <a:t>-Projekts (LOSO-Ergebnisse) [Abbildung]. GitHub-Repository: </a:t>
            </a:r>
            <a:r>
              <a:rPr lang="de-DE" sz="500" dirty="0">
                <a:solidFill>
                  <a:srgbClr val="6D6D6D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https://github.com/FAU-ML4B/C-Team-ML4B-2026</a:t>
            </a:r>
            <a:r>
              <a:rPr lang="de-DE" sz="500" dirty="0">
                <a:solidFill>
                  <a:srgbClr val="6D6D6D"/>
                </a:solidFill>
              </a:rPr>
              <a:t>  </a:t>
            </a:r>
          </a:p>
        </p:txBody>
      </p:sp>
      <p:sp>
        <p:nvSpPr>
          <p:cNvPr id="15" name="Fußzeilenplatzhalter 2">
            <a:extLst>
              <a:ext uri="{FF2B5EF4-FFF2-40B4-BE49-F238E27FC236}">
                <a16:creationId xmlns:a16="http://schemas.microsoft.com/office/drawing/2014/main" id="{865ED629-8894-B0E5-BF87-3C0251395B3A}"/>
              </a:ext>
            </a:extLst>
          </p:cNvPr>
          <p:cNvSpPr txBox="1">
            <a:spLocks/>
          </p:cNvSpPr>
          <p:nvPr/>
        </p:nvSpPr>
        <p:spPr>
          <a:xfrm>
            <a:off x="91412" y="5006814"/>
            <a:ext cx="6309387" cy="18466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de-DE" sz="600" dirty="0">
                <a:cs typeface="Heebo" pitchFamily="2" charset="-79"/>
              </a:rPr>
              <a:t>Friedrich-Alexander-Universität Erlangen-Nürnberg </a:t>
            </a:r>
            <a:r>
              <a:rPr lang="en-US" sz="600" dirty="0">
                <a:ea typeface="Calibri" pitchFamily="34" charset="-122"/>
                <a:cs typeface="Heebo" pitchFamily="2" charset="-79"/>
              </a:rPr>
              <a:t>| ML4B </a:t>
            </a:r>
            <a:r>
              <a:rPr lang="en-US" sz="600" dirty="0" err="1">
                <a:ea typeface="Calibri" pitchFamily="34" charset="-122"/>
                <a:cs typeface="Heebo" pitchFamily="2" charset="-79"/>
              </a:rPr>
              <a:t>SoSe</a:t>
            </a:r>
            <a:r>
              <a:rPr lang="en-US" sz="600" dirty="0">
                <a:ea typeface="Calibri" pitchFamily="34" charset="-122"/>
                <a:cs typeface="Heebo" pitchFamily="2" charset="-79"/>
              </a:rPr>
              <a:t> 2026</a:t>
            </a:r>
            <a:r>
              <a:rPr lang="de-DE" sz="600" dirty="0">
                <a:ea typeface="Calibri" pitchFamily="34" charset="-122"/>
                <a:cs typeface="Heebo" pitchFamily="2" charset="-79"/>
              </a:rPr>
              <a:t> | Präsentiert vom P-Team: Tobias Franz · Vincent Schreyer · Tim Walther | Projekt des C-Teams </a:t>
            </a:r>
          </a:p>
          <a:p>
            <a:pPr>
              <a:defRPr/>
            </a:pPr>
            <a:endParaRPr lang="de-DE" sz="600" dirty="0">
              <a:cs typeface="Heebo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967246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B62F41-BA1D-5C05-B5FE-436B48C2C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F81F174-426F-8049-480A-5FABEFCEC542}"/>
              </a:ext>
            </a:extLst>
          </p:cNvPr>
          <p:cNvSpPr/>
          <p:nvPr/>
        </p:nvSpPr>
        <p:spPr>
          <a:xfrm>
            <a:off x="496119" y="479650"/>
            <a:ext cx="4540672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52D47"/>
                </a:solidFill>
                <a:latin typeface="Times New Roman" panose="02020603050405020304" pitchFamily="18" charset="0"/>
                <a:ea typeface="Crimson Pro SemiBold" pitchFamily="34" charset="-122"/>
                <a:cs typeface="Times New Roman" panose="02020603050405020304" pitchFamily="18" charset="0"/>
              </a:rPr>
              <a:t>Demo, </a:t>
            </a:r>
            <a:r>
              <a:rPr lang="en-US" sz="2400" dirty="0" err="1">
                <a:solidFill>
                  <a:srgbClr val="152D47"/>
                </a:solidFill>
                <a:latin typeface="Times New Roman" panose="02020603050405020304" pitchFamily="18" charset="0"/>
                <a:ea typeface="Crimson Pro SemiBold" pitchFamily="34" charset="-122"/>
                <a:cs typeface="Times New Roman" panose="02020603050405020304" pitchFamily="18" charset="0"/>
              </a:rPr>
              <a:t>Limitationen</a:t>
            </a:r>
            <a:r>
              <a:rPr lang="en-US" sz="2400" dirty="0">
                <a:solidFill>
                  <a:srgbClr val="152D47"/>
                </a:solidFill>
                <a:latin typeface="Times New Roman" panose="02020603050405020304" pitchFamily="18" charset="0"/>
                <a:ea typeface="Crimson Pro SemiBold" pitchFamily="34" charset="-122"/>
                <a:cs typeface="Times New Roman" panose="02020603050405020304" pitchFamily="18" charset="0"/>
              </a:rPr>
              <a:t> &amp; </a:t>
            </a:r>
            <a:r>
              <a:rPr lang="en-US" sz="2400" dirty="0" err="1">
                <a:solidFill>
                  <a:srgbClr val="152D47"/>
                </a:solidFill>
                <a:latin typeface="Times New Roman" panose="02020603050405020304" pitchFamily="18" charset="0"/>
                <a:ea typeface="Crimson Pro SemiBold" pitchFamily="34" charset="-122"/>
                <a:cs typeface="Times New Roman" panose="02020603050405020304" pitchFamily="18" charset="0"/>
              </a:rPr>
              <a:t>Fazit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Datumsplatzhalter 1">
            <a:extLst>
              <a:ext uri="{FF2B5EF4-FFF2-40B4-BE49-F238E27FC236}">
                <a16:creationId xmlns:a16="http://schemas.microsoft.com/office/drawing/2014/main" id="{791ADFB4-E9C6-A61D-D2C3-426374F8F7F0}"/>
              </a:ext>
            </a:extLst>
          </p:cNvPr>
          <p:cNvSpPr txBox="1">
            <a:spLocks/>
          </p:cNvSpPr>
          <p:nvPr/>
        </p:nvSpPr>
        <p:spPr>
          <a:xfrm>
            <a:off x="8251173" y="4991689"/>
            <a:ext cx="407163" cy="92333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AC63C1E1-AC59-4719-B48A-47AE7D11D1F4}" type="datetime4">
              <a:rPr lang="de-DE" sz="600" smtClean="0">
                <a:solidFill>
                  <a:prstClr val="black"/>
                </a:solidFill>
                <a:cs typeface="Heebo" pitchFamily="2" charset="-79"/>
              </a:rPr>
              <a:pPr>
                <a:defRPr/>
              </a:pPr>
              <a:t>25. Juni 2026</a:t>
            </a:fld>
            <a:endParaRPr lang="de-DE" sz="600">
              <a:solidFill>
                <a:prstClr val="black"/>
              </a:solidFill>
              <a:cs typeface="Heebo" pitchFamily="2" charset="-79"/>
            </a:endParaRPr>
          </a:p>
        </p:txBody>
      </p:sp>
      <p:sp>
        <p:nvSpPr>
          <p:cNvPr id="7" name="Foliennummernplatzhalter 3">
            <a:extLst>
              <a:ext uri="{FF2B5EF4-FFF2-40B4-BE49-F238E27FC236}">
                <a16:creationId xmlns:a16="http://schemas.microsoft.com/office/drawing/2014/main" id="{4581CE8B-5894-1D81-6B57-446B8B3379B9}"/>
              </a:ext>
            </a:extLst>
          </p:cNvPr>
          <p:cNvSpPr txBox="1">
            <a:spLocks/>
          </p:cNvSpPr>
          <p:nvPr/>
        </p:nvSpPr>
        <p:spPr>
          <a:xfrm>
            <a:off x="9028983" y="4991689"/>
            <a:ext cx="38472" cy="92333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D949F9DF-37BD-4CD6-BF49-65BA579E1D7A}" type="slidenum">
              <a:rPr lang="de-DE" sz="600" smtClean="0">
                <a:solidFill>
                  <a:prstClr val="black"/>
                </a:solidFill>
                <a:cs typeface="Heebo" pitchFamily="2" charset="-79"/>
              </a:rPr>
              <a:pPr>
                <a:defRPr/>
              </a:pPr>
              <a:t>5</a:t>
            </a:fld>
            <a:endParaRPr lang="de-DE" sz="600">
              <a:solidFill>
                <a:prstClr val="black"/>
              </a:solidFill>
              <a:cs typeface="Heebo" pitchFamily="2" charset="-79"/>
            </a:endParaRPr>
          </a:p>
        </p:txBody>
      </p:sp>
      <p:pic>
        <p:nvPicPr>
          <p:cNvPr id="11" name="Grafik 10" descr="Figure 2: Stage 2 confusion matrix">
            <a:extLst>
              <a:ext uri="{FF2B5EF4-FFF2-40B4-BE49-F238E27FC236}">
                <a16:creationId xmlns:a16="http://schemas.microsoft.com/office/drawing/2014/main" id="{C3EE3F58-B7DC-1EEB-A948-BBC9970D38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2668" y="1852164"/>
            <a:ext cx="2138663" cy="2011361"/>
          </a:xfrm>
          <a:prstGeom prst="rect">
            <a:avLst/>
          </a:prstGeom>
        </p:spPr>
      </p:pic>
      <p:sp>
        <p:nvSpPr>
          <p:cNvPr id="9" name="Shape 0">
            <a:extLst>
              <a:ext uri="{FF2B5EF4-FFF2-40B4-BE49-F238E27FC236}">
                <a16:creationId xmlns:a16="http://schemas.microsoft.com/office/drawing/2014/main" id="{79608842-EEAB-50E1-493E-FFB5D73E5F9A}"/>
              </a:ext>
            </a:extLst>
          </p:cNvPr>
          <p:cNvSpPr/>
          <p:nvPr/>
        </p:nvSpPr>
        <p:spPr>
          <a:xfrm>
            <a:off x="5785842" y="0"/>
            <a:ext cx="3358158" cy="5143500"/>
          </a:xfrm>
          <a:prstGeom prst="rect">
            <a:avLst/>
          </a:prstGeom>
          <a:solidFill>
            <a:srgbClr val="F2EEE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4" name="Text 2">
            <a:extLst>
              <a:ext uri="{FF2B5EF4-FFF2-40B4-BE49-F238E27FC236}">
                <a16:creationId xmlns:a16="http://schemas.microsoft.com/office/drawing/2014/main" id="{81E5F4E8-05AA-7580-BC7D-66BF67E40DC1}"/>
              </a:ext>
            </a:extLst>
          </p:cNvPr>
          <p:cNvSpPr/>
          <p:nvPr/>
        </p:nvSpPr>
        <p:spPr>
          <a:xfrm>
            <a:off x="6350000" y="1268399"/>
            <a:ext cx="2469203" cy="1694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152D47"/>
                </a:solidFill>
                <a:effectLst/>
                <a:uLnTx/>
                <a:uFillTx/>
                <a:latin typeface="Times New Roman" panose="02020603050405020304" pitchFamily="18" charset="0"/>
                <a:ea typeface="Crimson Pro SemiBold" pitchFamily="34" charset="-122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Streamlit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152D47"/>
                </a:solidFill>
                <a:effectLst/>
                <a:uLnTx/>
                <a:uFillTx/>
                <a:latin typeface="Times New Roman" panose="02020603050405020304" pitchFamily="18" charset="0"/>
                <a:ea typeface="Crimson Pro SemiBold" pitchFamily="34" charset="-122"/>
                <a:cs typeface="Times New Roman" panose="02020603050405020304" pitchFamily="18" charset="0"/>
              </a:rPr>
              <a:t>-Demo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endParaRPr lang="en-US" sz="1100" dirty="0">
              <a:solidFill>
                <a:srgbClr val="4C4C4D"/>
              </a:solidFill>
              <a:latin typeface="Heebo" pitchFamily="34" charset="0"/>
              <a:ea typeface="Heebo" pitchFamily="34" charset="-122"/>
              <a:cs typeface="Heebo" pitchFamily="34" charset="-120"/>
            </a:endParaRPr>
          </a:p>
          <a:p>
            <a:pPr marL="171450" indent="-171450" algn="l">
              <a:lnSpc>
                <a:spcPct val="133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4C4C4D"/>
                </a:solidFill>
                <a:ea typeface="Heebo" pitchFamily="34" charset="-122"/>
                <a:cs typeface="Heebo" pitchFamily="34" charset="-120"/>
              </a:rPr>
              <a:t>Upload von Sensor-Logger-ZIP-</a:t>
            </a:r>
            <a:r>
              <a:rPr lang="en-US" sz="1100" dirty="0" err="1">
                <a:solidFill>
                  <a:srgbClr val="4C4C4D"/>
                </a:solidFill>
                <a:ea typeface="Heebo" pitchFamily="34" charset="-122"/>
                <a:cs typeface="Heebo" pitchFamily="34" charset="-120"/>
              </a:rPr>
              <a:t>Dateien</a:t>
            </a:r>
            <a:r>
              <a:rPr lang="en-US" sz="1100" dirty="0">
                <a:solidFill>
                  <a:srgbClr val="4C4C4D"/>
                </a:solidFill>
                <a:ea typeface="Heebo" pitchFamily="34" charset="-122"/>
                <a:cs typeface="Heebo" pitchFamily="34" charset="-120"/>
              </a:rPr>
              <a:t>, </a:t>
            </a:r>
            <a:r>
              <a:rPr lang="en-US" sz="1100" dirty="0" err="1">
                <a:solidFill>
                  <a:srgbClr val="4C4C4D"/>
                </a:solidFill>
                <a:ea typeface="Heebo" pitchFamily="34" charset="-122"/>
                <a:cs typeface="Heebo" pitchFamily="34" charset="-120"/>
              </a:rPr>
              <a:t>automatische</a:t>
            </a:r>
            <a:r>
              <a:rPr lang="en-US" sz="1100" dirty="0">
                <a:solidFill>
                  <a:srgbClr val="4C4C4D"/>
                </a:solidFill>
                <a:ea typeface="Heebo" pitchFamily="34" charset="-122"/>
                <a:cs typeface="Heebo" pitchFamily="34" charset="-120"/>
              </a:rPr>
              <a:t> </a:t>
            </a:r>
            <a:r>
              <a:rPr lang="en-US" sz="1100" dirty="0" err="1">
                <a:solidFill>
                  <a:srgbClr val="4C4C4D"/>
                </a:solidFill>
                <a:ea typeface="Heebo" pitchFamily="34" charset="-122"/>
                <a:cs typeface="Heebo" pitchFamily="34" charset="-120"/>
              </a:rPr>
              <a:t>Verarbeitung</a:t>
            </a:r>
            <a:endParaRPr lang="en-US" sz="1100" dirty="0">
              <a:solidFill>
                <a:srgbClr val="4C4C4D"/>
              </a:solidFill>
              <a:ea typeface="Heebo" pitchFamily="34" charset="-122"/>
              <a:cs typeface="Heebo" pitchFamily="34" charset="-120"/>
            </a:endParaRPr>
          </a:p>
          <a:p>
            <a:pPr marL="171450" indent="-171450" algn="l">
              <a:lnSpc>
                <a:spcPct val="133000"/>
              </a:lnSpc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rgbClr val="4C4C4D"/>
                </a:solidFill>
                <a:ea typeface="Heebo" pitchFamily="34" charset="-122"/>
                <a:cs typeface="Heebo" pitchFamily="34" charset="-120"/>
              </a:rPr>
              <a:t>Ausgabe</a:t>
            </a:r>
            <a:r>
              <a:rPr lang="en-US" sz="1100" dirty="0">
                <a:solidFill>
                  <a:srgbClr val="4C4C4D"/>
                </a:solidFill>
                <a:ea typeface="Heebo" pitchFamily="34" charset="-122"/>
                <a:cs typeface="Heebo" pitchFamily="34" charset="-120"/>
              </a:rPr>
              <a:t>: </a:t>
            </a:r>
            <a:r>
              <a:rPr lang="en-US" sz="1100" b="1" dirty="0">
                <a:solidFill>
                  <a:srgbClr val="4C4C4D"/>
                </a:solidFill>
                <a:ea typeface="Heebo Bold" pitchFamily="34" charset="-122"/>
                <a:cs typeface="Heebo Bold" pitchFamily="34" charset="-120"/>
              </a:rPr>
              <a:t>no fall · uncertain · fall</a:t>
            </a:r>
            <a:r>
              <a:rPr lang="en-US" sz="1100" dirty="0">
                <a:solidFill>
                  <a:srgbClr val="4C4C4D"/>
                </a:solidFill>
                <a:ea typeface="Heebo" pitchFamily="34" charset="-122"/>
                <a:cs typeface="Heebo" pitchFamily="34" charset="-120"/>
              </a:rPr>
              <a:t> </a:t>
            </a:r>
            <a:r>
              <a:rPr lang="en-US" sz="1100" dirty="0" err="1">
                <a:solidFill>
                  <a:srgbClr val="4C4C4D"/>
                </a:solidFill>
                <a:ea typeface="Heebo" pitchFamily="34" charset="-122"/>
                <a:cs typeface="Heebo" pitchFamily="34" charset="-120"/>
              </a:rPr>
              <a:t>mit</a:t>
            </a:r>
            <a:r>
              <a:rPr lang="en-US" sz="1100" dirty="0">
                <a:solidFill>
                  <a:srgbClr val="4C4C4D"/>
                </a:solidFill>
                <a:ea typeface="Heebo" pitchFamily="34" charset="-122"/>
                <a:cs typeface="Heebo" pitchFamily="34" charset="-120"/>
              </a:rPr>
              <a:t> Detection State, Confidence und Peak Acceleration</a:t>
            </a:r>
            <a:endParaRPr lang="en-US" sz="1100" dirty="0"/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7BC66FE8-9061-BCE1-B03C-F3B7A8A40E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6994633" y="3051431"/>
            <a:ext cx="1179935" cy="1179935"/>
          </a:xfrm>
          <a:prstGeom prst="rect">
            <a:avLst/>
          </a:prstGeom>
        </p:spPr>
      </p:pic>
      <p:sp>
        <p:nvSpPr>
          <p:cNvPr id="15" name="Shape 1">
            <a:extLst>
              <a:ext uri="{FF2B5EF4-FFF2-40B4-BE49-F238E27FC236}">
                <a16:creationId xmlns:a16="http://schemas.microsoft.com/office/drawing/2014/main" id="{97FE3372-428C-FC18-DBFD-76B365948DD5}"/>
              </a:ext>
            </a:extLst>
          </p:cNvPr>
          <p:cNvSpPr/>
          <p:nvPr/>
        </p:nvSpPr>
        <p:spPr>
          <a:xfrm>
            <a:off x="7360471" y="934290"/>
            <a:ext cx="1670125" cy="274631"/>
          </a:xfrm>
          <a:prstGeom prst="roundRect">
            <a:avLst>
              <a:gd name="adj" fmla="val 6386"/>
            </a:avLst>
          </a:prstGeom>
          <a:solidFill>
            <a:srgbClr val="CCD7F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2340DDAB-1A1B-E70A-3857-0AFCA7CF60DA}"/>
              </a:ext>
            </a:extLst>
          </p:cNvPr>
          <p:cNvSpPr/>
          <p:nvPr/>
        </p:nvSpPr>
        <p:spPr>
          <a:xfrm>
            <a:off x="7560942" y="976781"/>
            <a:ext cx="1645221" cy="232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850" dirty="0">
                <a:solidFill>
                  <a:srgbClr val="4C4C4D"/>
                </a:solidFill>
                <a:ea typeface="Heebo" pitchFamily="34" charset="-122"/>
                <a:cs typeface="Heebo" pitchFamily="34" charset="-120"/>
              </a:rPr>
              <a:t>Deployment</a:t>
            </a:r>
            <a:endParaRPr lang="en-US" sz="850" dirty="0"/>
          </a:p>
        </p:txBody>
      </p:sp>
      <p:pic>
        <p:nvPicPr>
          <p:cNvPr id="17" name="Grafik 16" descr="Marke 6 mit einfarbiger Füllung">
            <a:extLst>
              <a:ext uri="{FF2B5EF4-FFF2-40B4-BE49-F238E27FC236}">
                <a16:creationId xmlns:a16="http://schemas.microsoft.com/office/drawing/2014/main" id="{8BF0A5A8-3C6E-4BE2-EF19-BB4A8AF7FA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7429708" y="934290"/>
            <a:ext cx="274631" cy="274631"/>
          </a:xfrm>
          <a:prstGeom prst="rect">
            <a:avLst/>
          </a:prstGeom>
        </p:spPr>
      </p:pic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AB78CCDE-589F-9A40-BFEA-DB1F481FC846}"/>
              </a:ext>
            </a:extLst>
          </p:cNvPr>
          <p:cNvGrpSpPr/>
          <p:nvPr/>
        </p:nvGrpSpPr>
        <p:grpSpPr>
          <a:xfrm>
            <a:off x="496119" y="1027351"/>
            <a:ext cx="4884449" cy="2376184"/>
            <a:chOff x="496119" y="1268400"/>
            <a:chExt cx="4884449" cy="2376184"/>
          </a:xfrm>
        </p:grpSpPr>
        <p:sp>
          <p:nvSpPr>
            <p:cNvPr id="12" name="Text 6">
              <a:extLst>
                <a:ext uri="{FF2B5EF4-FFF2-40B4-BE49-F238E27FC236}">
                  <a16:creationId xmlns:a16="http://schemas.microsoft.com/office/drawing/2014/main" id="{6A9A1B3A-9FB8-AFCE-7BF5-FD85D5CA4D3E}"/>
                </a:ext>
              </a:extLst>
            </p:cNvPr>
            <p:cNvSpPr/>
            <p:nvPr/>
          </p:nvSpPr>
          <p:spPr>
            <a:xfrm>
              <a:off x="496119" y="1268400"/>
              <a:ext cx="4884449" cy="2376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>
                <a:lnSpc>
                  <a:spcPct val="133000"/>
                </a:lnSpc>
                <a:buSzPct val="100000"/>
              </a:pPr>
              <a:r>
                <a:rPr kumimoji="0" lang="en-US" sz="135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152D47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rimson Pro SemiBold" pitchFamily="34" charset="-122"/>
                  <a:cs typeface="Times New Roman" panose="02020603050405020304" pitchFamily="18" charset="0"/>
                </a:rPr>
                <a:t>Limitationen</a:t>
              </a:r>
              <a:endPara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152D47"/>
                </a:solidFill>
                <a:effectLst/>
                <a:uLnTx/>
                <a:uFillTx/>
                <a:latin typeface="Times New Roman" panose="02020603050405020304" pitchFamily="18" charset="0"/>
                <a:ea typeface="Crimson Pro SemiBold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33000"/>
                </a:lnSpc>
                <a:buSzPct val="100000"/>
              </a:pPr>
              <a:endPara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endParaRPr>
            </a:p>
            <a:p>
              <a:pPr lvl="1">
                <a:spcAft>
                  <a:spcPts val="1200"/>
                </a:spcAft>
                <a:buSzPct val="100000"/>
              </a:pPr>
              <a:r>
                <a:rPr lang="de-DE" sz="1100" dirty="0">
                  <a:solidFill>
                    <a:srgbClr val="4C4C4D"/>
                  </a:solidFill>
                  <a:ea typeface="Heebo" pitchFamily="34" charset="-122"/>
                  <a:cs typeface="Heebo" pitchFamily="34" charset="-120"/>
                </a:rPr>
                <a:t>Hohe ADL-Intensität (z. B. Laufen, Springen) erzeugt </a:t>
              </a:r>
              <a:r>
                <a:rPr lang="de-DE" sz="1100" dirty="0" err="1">
                  <a:solidFill>
                    <a:srgbClr val="4C4C4D"/>
                  </a:solidFill>
                  <a:ea typeface="Heebo" pitchFamily="34" charset="-122"/>
                  <a:cs typeface="Heebo" pitchFamily="34" charset="-120"/>
                </a:rPr>
                <a:t>fallsähnliche</a:t>
              </a:r>
              <a:r>
                <a:rPr lang="de-DE" sz="1100" dirty="0">
                  <a:solidFill>
                    <a:srgbClr val="4C4C4D"/>
                  </a:solidFill>
                  <a:ea typeface="Heebo" pitchFamily="34" charset="-122"/>
                  <a:cs typeface="Heebo" pitchFamily="34" charset="-120"/>
                </a:rPr>
                <a:t> Beschleunigungsspitzen und führt zu Klassifikationsambiguität</a:t>
              </a:r>
            </a:p>
            <a:p>
              <a:pPr lvl="1">
                <a:spcAft>
                  <a:spcPts val="1200"/>
                </a:spcAft>
                <a:buSzPct val="100000"/>
              </a:pPr>
              <a:r>
                <a:rPr lang="en-US" sz="1100" dirty="0">
                  <a:solidFill>
                    <a:srgbClr val="4C4C4D"/>
                  </a:solidFill>
                  <a:ea typeface="Heebo" pitchFamily="34" charset="-122"/>
                  <a:cs typeface="Heebo" pitchFamily="34" charset="-120"/>
                </a:rPr>
                <a:t>Kleiner </a:t>
              </a:r>
              <a:r>
                <a:rPr lang="en-US" sz="1100" dirty="0" err="1">
                  <a:solidFill>
                    <a:srgbClr val="4C4C4D"/>
                  </a:solidFill>
                  <a:ea typeface="Heebo" pitchFamily="34" charset="-122"/>
                  <a:cs typeface="Heebo" pitchFamily="34" charset="-120"/>
                </a:rPr>
                <a:t>Datensatz</a:t>
              </a:r>
              <a:r>
                <a:rPr lang="en-US" sz="1100" dirty="0">
                  <a:solidFill>
                    <a:srgbClr val="4C4C4D"/>
                  </a:solidFill>
                  <a:ea typeface="Heebo" pitchFamily="34" charset="-122"/>
                  <a:cs typeface="Heebo" pitchFamily="34" charset="-120"/>
                </a:rPr>
                <a:t> </a:t>
              </a:r>
              <a:r>
                <a:rPr lang="en-US" sz="1100" dirty="0" err="1">
                  <a:solidFill>
                    <a:srgbClr val="4C4C4D"/>
                  </a:solidFill>
                  <a:ea typeface="Heebo" pitchFamily="34" charset="-122"/>
                  <a:cs typeface="Heebo" pitchFamily="34" charset="-120"/>
                </a:rPr>
                <a:t>mit</a:t>
              </a:r>
              <a:r>
                <a:rPr lang="en-US" sz="1100" dirty="0">
                  <a:solidFill>
                    <a:srgbClr val="4C4C4D"/>
                  </a:solidFill>
                  <a:ea typeface="Heebo" pitchFamily="34" charset="-122"/>
                  <a:cs typeface="Heebo" pitchFamily="34" charset="-120"/>
                </a:rPr>
                <a:t> </a:t>
              </a:r>
              <a:r>
                <a:rPr lang="en-US" sz="1100" dirty="0" err="1">
                  <a:solidFill>
                    <a:srgbClr val="4C4C4D"/>
                  </a:solidFill>
                  <a:ea typeface="Heebo" pitchFamily="34" charset="-122"/>
                  <a:cs typeface="Heebo" pitchFamily="34" charset="-120"/>
                </a:rPr>
                <a:t>wenigen</a:t>
              </a:r>
              <a:r>
                <a:rPr lang="en-US" sz="1100" dirty="0">
                  <a:solidFill>
                    <a:srgbClr val="4C4C4D"/>
                  </a:solidFill>
                  <a:ea typeface="Heebo" pitchFamily="34" charset="-122"/>
                  <a:cs typeface="Heebo" pitchFamily="34" charset="-120"/>
                </a:rPr>
                <a:t> </a:t>
              </a:r>
              <a:r>
                <a:rPr lang="en-US" sz="1100" dirty="0" err="1">
                  <a:solidFill>
                    <a:srgbClr val="4C4C4D"/>
                  </a:solidFill>
                  <a:ea typeface="Heebo" pitchFamily="34" charset="-122"/>
                  <a:cs typeface="Heebo" pitchFamily="34" charset="-120"/>
                </a:rPr>
                <a:t>Testpersonen</a:t>
              </a:r>
              <a:endParaRPr lang="en-US" sz="1100" dirty="0"/>
            </a:p>
            <a:p>
              <a:pPr lvl="1">
                <a:spcAft>
                  <a:spcPts val="1200"/>
                </a:spcAft>
                <a:buSzPct val="100000"/>
              </a:pPr>
              <a:r>
                <a:rPr lang="en-US" sz="1100" dirty="0">
                  <a:solidFill>
                    <a:srgbClr val="4C4C4D"/>
                  </a:solidFill>
                  <a:ea typeface="Heebo" pitchFamily="34" charset="-122"/>
                  <a:cs typeface="Heebo" pitchFamily="34" charset="-120"/>
                </a:rPr>
                <a:t>Simulierte </a:t>
              </a:r>
              <a:r>
                <a:rPr lang="en-US" sz="1100" dirty="0" err="1">
                  <a:solidFill>
                    <a:srgbClr val="4C4C4D"/>
                  </a:solidFill>
                  <a:ea typeface="Heebo" pitchFamily="34" charset="-122"/>
                  <a:cs typeface="Heebo" pitchFamily="34" charset="-120"/>
                </a:rPr>
                <a:t>Stürze</a:t>
              </a:r>
              <a:r>
                <a:rPr lang="en-US" sz="1100" dirty="0">
                  <a:solidFill>
                    <a:srgbClr val="4C4C4D"/>
                  </a:solidFill>
                  <a:ea typeface="Heebo" pitchFamily="34" charset="-122"/>
                  <a:cs typeface="Heebo" pitchFamily="34" charset="-120"/>
                </a:rPr>
                <a:t>, </a:t>
              </a:r>
              <a:r>
                <a:rPr lang="en-US" sz="1100" dirty="0" err="1">
                  <a:solidFill>
                    <a:srgbClr val="4C4C4D"/>
                  </a:solidFill>
                  <a:ea typeface="Heebo" pitchFamily="34" charset="-122"/>
                  <a:cs typeface="Heebo" pitchFamily="34" charset="-120"/>
                </a:rPr>
                <a:t>keine</a:t>
              </a:r>
              <a:r>
                <a:rPr lang="en-US" sz="1100" dirty="0">
                  <a:solidFill>
                    <a:srgbClr val="4C4C4D"/>
                  </a:solidFill>
                  <a:ea typeface="Heebo" pitchFamily="34" charset="-122"/>
                  <a:cs typeface="Heebo" pitchFamily="34" charset="-120"/>
                </a:rPr>
                <a:t> </a:t>
              </a:r>
              <a:r>
                <a:rPr lang="en-US" sz="1100" dirty="0" err="1">
                  <a:solidFill>
                    <a:srgbClr val="4C4C4D"/>
                  </a:solidFill>
                  <a:ea typeface="Heebo" pitchFamily="34" charset="-122"/>
                  <a:cs typeface="Heebo" pitchFamily="34" charset="-120"/>
                </a:rPr>
                <a:t>echte</a:t>
              </a:r>
              <a:r>
                <a:rPr lang="en-US" sz="1100" dirty="0">
                  <a:solidFill>
                    <a:srgbClr val="4C4C4D"/>
                  </a:solidFill>
                  <a:ea typeface="Heebo" pitchFamily="34" charset="-122"/>
                  <a:cs typeface="Heebo" pitchFamily="34" charset="-120"/>
                </a:rPr>
                <a:t> </a:t>
              </a:r>
              <a:r>
                <a:rPr lang="en-US" sz="1100" dirty="0" err="1">
                  <a:solidFill>
                    <a:srgbClr val="4C4C4D"/>
                  </a:solidFill>
                  <a:ea typeface="Heebo" pitchFamily="34" charset="-122"/>
                  <a:cs typeface="Heebo" pitchFamily="34" charset="-120"/>
                </a:rPr>
                <a:t>Zielgruppe</a:t>
              </a:r>
              <a:endParaRPr lang="en-US" sz="1100" dirty="0"/>
            </a:p>
            <a:p>
              <a:pPr lvl="1">
                <a:spcAft>
                  <a:spcPts val="1200"/>
                </a:spcAft>
                <a:buSzPct val="100000"/>
              </a:pPr>
              <a:r>
                <a:rPr lang="en-US" sz="1100" dirty="0" err="1">
                  <a:solidFill>
                    <a:srgbClr val="4C4C4D"/>
                  </a:solidFill>
                  <a:ea typeface="Heebo" pitchFamily="34" charset="-122"/>
                  <a:cs typeface="Heebo" pitchFamily="34" charset="-120"/>
                </a:rPr>
                <a:t>Falltyp-Erkennung</a:t>
              </a:r>
              <a:r>
                <a:rPr lang="en-US" sz="1100" dirty="0">
                  <a:solidFill>
                    <a:srgbClr val="4C4C4D"/>
                  </a:solidFill>
                  <a:ea typeface="Heebo" pitchFamily="34" charset="-122"/>
                  <a:cs typeface="Heebo" pitchFamily="34" charset="-120"/>
                </a:rPr>
                <a:t> </a:t>
              </a:r>
              <a:r>
                <a:rPr lang="en-US" sz="1100" dirty="0" err="1">
                  <a:solidFill>
                    <a:srgbClr val="4C4C4D"/>
                  </a:solidFill>
                  <a:ea typeface="Heebo" pitchFamily="34" charset="-122"/>
                  <a:cs typeface="Heebo" pitchFamily="34" charset="-120"/>
                </a:rPr>
                <a:t>bleibt</a:t>
              </a:r>
              <a:r>
                <a:rPr lang="en-US" sz="1100" dirty="0">
                  <a:solidFill>
                    <a:srgbClr val="4C4C4D"/>
                  </a:solidFill>
                  <a:ea typeface="Heebo" pitchFamily="34" charset="-122"/>
                  <a:cs typeface="Heebo" pitchFamily="34" charset="-120"/>
                </a:rPr>
                <a:t> </a:t>
              </a:r>
              <a:r>
                <a:rPr lang="en-US" sz="1100" dirty="0" err="1">
                  <a:solidFill>
                    <a:srgbClr val="4C4C4D"/>
                  </a:solidFill>
                  <a:ea typeface="Heebo" pitchFamily="34" charset="-122"/>
                  <a:cs typeface="Heebo" pitchFamily="34" charset="-120"/>
                </a:rPr>
                <a:t>experimentell</a:t>
              </a:r>
              <a:endParaRPr lang="en-US" sz="1100" dirty="0"/>
            </a:p>
            <a:p>
              <a:pPr lvl="1">
                <a:spcAft>
                  <a:spcPts val="1200"/>
                </a:spcAft>
                <a:buSzPct val="100000"/>
              </a:pPr>
              <a:r>
                <a:rPr lang="en-US" sz="1100" dirty="0">
                  <a:solidFill>
                    <a:srgbClr val="4C4C4D"/>
                  </a:solidFill>
                  <a:ea typeface="Heebo" pitchFamily="34" charset="-122"/>
                  <a:cs typeface="Heebo" pitchFamily="34" charset="-120"/>
                </a:rPr>
                <a:t>Real-World-</a:t>
              </a:r>
              <a:r>
                <a:rPr lang="en-US" sz="1100" dirty="0" err="1">
                  <a:solidFill>
                    <a:srgbClr val="4C4C4D"/>
                  </a:solidFill>
                  <a:ea typeface="Heebo" pitchFamily="34" charset="-122"/>
                  <a:cs typeface="Heebo" pitchFamily="34" charset="-120"/>
                </a:rPr>
                <a:t>Robustheit</a:t>
              </a:r>
              <a:r>
                <a:rPr lang="en-US" sz="1100" dirty="0">
                  <a:solidFill>
                    <a:srgbClr val="4C4C4D"/>
                  </a:solidFill>
                  <a:ea typeface="Heebo" pitchFamily="34" charset="-122"/>
                  <a:cs typeface="Heebo" pitchFamily="34" charset="-120"/>
                </a:rPr>
                <a:t> </a:t>
              </a:r>
              <a:r>
                <a:rPr lang="en-US" sz="1100" dirty="0" err="1">
                  <a:solidFill>
                    <a:srgbClr val="4C4C4D"/>
                  </a:solidFill>
                  <a:ea typeface="Heebo" pitchFamily="34" charset="-122"/>
                  <a:cs typeface="Heebo" pitchFamily="34" charset="-120"/>
                </a:rPr>
                <a:t>noch</a:t>
              </a:r>
              <a:r>
                <a:rPr lang="en-US" sz="1100" dirty="0">
                  <a:solidFill>
                    <a:srgbClr val="4C4C4D"/>
                  </a:solidFill>
                  <a:ea typeface="Heebo" pitchFamily="34" charset="-122"/>
                  <a:cs typeface="Heebo" pitchFamily="34" charset="-120"/>
                </a:rPr>
                <a:t> nicht </a:t>
              </a:r>
              <a:r>
                <a:rPr lang="en-US" sz="1100" dirty="0" err="1">
                  <a:solidFill>
                    <a:srgbClr val="4C4C4D"/>
                  </a:solidFill>
                  <a:ea typeface="Heebo" pitchFamily="34" charset="-122"/>
                  <a:cs typeface="Heebo" pitchFamily="34" charset="-120"/>
                </a:rPr>
                <a:t>validiert</a:t>
              </a:r>
              <a:endParaRPr lang="en-US" sz="1100" dirty="0"/>
            </a:p>
          </p:txBody>
        </p:sp>
        <p:pic>
          <p:nvPicPr>
            <p:cNvPr id="19" name="Grafik 18" descr="Ausführen mit einfarbiger Füllung">
              <a:extLst>
                <a:ext uri="{FF2B5EF4-FFF2-40B4-BE49-F238E27FC236}">
                  <a16:creationId xmlns:a16="http://schemas.microsoft.com/office/drawing/2014/main" id="{AA5155E2-7A3B-FEFB-7FDC-C804D970162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43467" y="1808767"/>
              <a:ext cx="265567" cy="265567"/>
            </a:xfrm>
            <a:prstGeom prst="rect">
              <a:avLst/>
            </a:prstGeom>
          </p:spPr>
        </p:pic>
        <p:pic>
          <p:nvPicPr>
            <p:cNvPr id="20" name="Grafik 19" descr="Benutzer mit einfarbiger Füllung">
              <a:extLst>
                <a:ext uri="{FF2B5EF4-FFF2-40B4-BE49-F238E27FC236}">
                  <a16:creationId xmlns:a16="http://schemas.microsoft.com/office/drawing/2014/main" id="{1CDCB04B-69BD-BC45-5AFF-B07468A2713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>
              <a:off x="643461" y="2185710"/>
              <a:ext cx="265567" cy="265567"/>
            </a:xfrm>
            <a:prstGeom prst="rect">
              <a:avLst/>
            </a:prstGeom>
          </p:spPr>
        </p:pic>
        <p:pic>
          <p:nvPicPr>
            <p:cNvPr id="21" name="Grafik 20" descr="Krabbeln mit einfarbiger Füllung">
              <a:extLst>
                <a:ext uri="{FF2B5EF4-FFF2-40B4-BE49-F238E27FC236}">
                  <a16:creationId xmlns:a16="http://schemas.microsoft.com/office/drawing/2014/main" id="{1338854D-DAF5-3386-5A0F-4F3D030758D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/>
          </p:blipFill>
          <p:spPr>
            <a:xfrm>
              <a:off x="643460" y="2534720"/>
              <a:ext cx="265567" cy="265567"/>
            </a:xfrm>
            <a:prstGeom prst="rect">
              <a:avLst/>
            </a:prstGeom>
          </p:spPr>
        </p:pic>
        <p:pic>
          <p:nvPicPr>
            <p:cNvPr id="22" name="Grafik 21" descr="Mikroskop mit einfarbiger Füllung">
              <a:extLst>
                <a:ext uri="{FF2B5EF4-FFF2-40B4-BE49-F238E27FC236}">
                  <a16:creationId xmlns:a16="http://schemas.microsoft.com/office/drawing/2014/main" id="{FAF08765-0E16-167E-DE4D-BED1E3ED228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p:blipFill>
          <p:spPr>
            <a:xfrm>
              <a:off x="643460" y="2828877"/>
              <a:ext cx="265567" cy="265567"/>
            </a:xfrm>
            <a:prstGeom prst="rect">
              <a:avLst/>
            </a:prstGeom>
          </p:spPr>
        </p:pic>
        <p:pic>
          <p:nvPicPr>
            <p:cNvPr id="23" name="Grafik 22" descr="Welt mit einfarbiger Füllung">
              <a:extLst>
                <a:ext uri="{FF2B5EF4-FFF2-40B4-BE49-F238E27FC236}">
                  <a16:creationId xmlns:a16="http://schemas.microsoft.com/office/drawing/2014/main" id="{3CEA50CD-DA07-8EAB-7260-4BA3F2B551E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/>
          </p:blipFill>
          <p:spPr>
            <a:xfrm>
              <a:off x="643458" y="3159696"/>
              <a:ext cx="265567" cy="265567"/>
            </a:xfrm>
            <a:prstGeom prst="rect">
              <a:avLst/>
            </a:prstGeom>
          </p:spPr>
        </p:pic>
      </p:grp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C8432A04-B1C9-8D53-3788-31FF8ACD380F}"/>
              </a:ext>
            </a:extLst>
          </p:cNvPr>
          <p:cNvGrpSpPr/>
          <p:nvPr/>
        </p:nvGrpSpPr>
        <p:grpSpPr>
          <a:xfrm>
            <a:off x="496119" y="3552528"/>
            <a:ext cx="3902943" cy="1269899"/>
            <a:chOff x="496119" y="3665783"/>
            <a:chExt cx="3902943" cy="1269899"/>
          </a:xfrm>
        </p:grpSpPr>
        <p:sp>
          <p:nvSpPr>
            <p:cNvPr id="24" name="Text 4">
              <a:extLst>
                <a:ext uri="{FF2B5EF4-FFF2-40B4-BE49-F238E27FC236}">
                  <a16:creationId xmlns:a16="http://schemas.microsoft.com/office/drawing/2014/main" id="{551C09CC-652D-614F-634E-4C2BA00A4847}"/>
                </a:ext>
              </a:extLst>
            </p:cNvPr>
            <p:cNvSpPr/>
            <p:nvPr/>
          </p:nvSpPr>
          <p:spPr>
            <a:xfrm>
              <a:off x="496119" y="3665783"/>
              <a:ext cx="3902943" cy="12698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4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350" b="0" i="0" u="none" strike="noStrike" kern="1200" cap="none" spc="0" normalizeH="0" baseline="0" noProof="0" dirty="0">
                  <a:ln>
                    <a:noFill/>
                  </a:ln>
                  <a:solidFill>
                    <a:srgbClr val="152D47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rimson Pro SemiBold" pitchFamily="34" charset="-122"/>
                  <a:cs typeface="Times New Roman" panose="02020603050405020304" pitchFamily="18" charset="0"/>
                </a:rPr>
                <a:t>Projektstruktur und Code in </a:t>
              </a:r>
              <a:r>
                <a:rPr kumimoji="0" lang="de-DE" sz="1350" b="0" i="0" u="none" strike="noStrike" kern="1200" cap="none" spc="0" normalizeH="0" baseline="0" noProof="0" dirty="0">
                  <a:ln>
                    <a:noFill/>
                  </a:ln>
                  <a:solidFill>
                    <a:srgbClr val="152D47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rimson Pro SemiBold" pitchFamily="34" charset="-122"/>
                  <a:cs typeface="Times New Roman" panose="02020603050405020304" pitchFamily="18" charset="0"/>
                  <a:hlinkClick r:id="rId12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GitHub</a:t>
              </a:r>
              <a:endParaRPr kumimoji="0" lang="de-DE" sz="1350" b="0" i="0" u="none" strike="noStrike" kern="1200" cap="none" spc="0" normalizeH="0" baseline="0" noProof="0" dirty="0">
                <a:ln>
                  <a:noFill/>
                </a:ln>
                <a:solidFill>
                  <a:srgbClr val="152D47"/>
                </a:solidFill>
                <a:effectLst/>
                <a:uLnTx/>
                <a:uFillTx/>
                <a:latin typeface="Times New Roman" panose="02020603050405020304" pitchFamily="18" charset="0"/>
                <a:ea typeface="Crimson Pro SemiBold" pitchFamily="34" charset="-122"/>
                <a:cs typeface="Times New Roman" panose="02020603050405020304" pitchFamily="18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4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endParaRPr>
            </a:p>
            <a:p>
              <a:pPr lvl="1">
                <a:spcAft>
                  <a:spcPts val="1200"/>
                </a:spcAft>
              </a:pPr>
              <a:r>
                <a:rPr lang="en-US" sz="1100" dirty="0">
                  <a:solidFill>
                    <a:srgbClr val="4C4C4D"/>
                  </a:solidFill>
                  <a:ea typeface="Heebo" pitchFamily="34" charset="-122"/>
                  <a:cs typeface="Heebo" pitchFamily="34" charset="-120"/>
                </a:rPr>
                <a:t>Python-Pipeline für Training (</a:t>
              </a:r>
              <a:r>
                <a:rPr lang="en-US" sz="1100" dirty="0" err="1">
                  <a:solidFill>
                    <a:srgbClr val="4C4C4D"/>
                  </a:solidFill>
                  <a:ea typeface="Heebo" pitchFamily="34" charset="-122"/>
                  <a:cs typeface="Heebo" pitchFamily="34" charset="-120"/>
                </a:rPr>
                <a:t>src</a:t>
              </a:r>
              <a:r>
                <a:rPr lang="en-US" sz="1100" dirty="0">
                  <a:solidFill>
                    <a:srgbClr val="4C4C4D"/>
                  </a:solidFill>
                  <a:ea typeface="Heebo" pitchFamily="34" charset="-122"/>
                  <a:cs typeface="Heebo" pitchFamily="34" charset="-120"/>
                </a:rPr>
                <a:t>/) </a:t>
              </a:r>
            </a:p>
            <a:p>
              <a:pPr lvl="1">
                <a:spcAft>
                  <a:spcPts val="1200"/>
                </a:spcAft>
              </a:pPr>
              <a:r>
                <a:rPr lang="en-US" sz="1100" dirty="0" err="1">
                  <a:solidFill>
                    <a:srgbClr val="4C4C4D"/>
                  </a:solidFill>
                  <a:ea typeface="Heebo" pitchFamily="34" charset="-122"/>
                  <a:cs typeface="Heebo" pitchFamily="34" charset="-120"/>
                </a:rPr>
                <a:t>Streamlit</a:t>
              </a:r>
              <a:r>
                <a:rPr lang="en-US" sz="1100" dirty="0">
                  <a:solidFill>
                    <a:srgbClr val="4C4C4D"/>
                  </a:solidFill>
                  <a:ea typeface="Heebo" pitchFamily="34" charset="-122"/>
                  <a:cs typeface="Heebo" pitchFamily="34" charset="-120"/>
                </a:rPr>
                <a:t>-App für Inference</a:t>
              </a:r>
            </a:p>
            <a:p>
              <a:pPr lvl="1">
                <a:spcAft>
                  <a:spcPts val="1200"/>
                </a:spcAft>
              </a:pPr>
              <a:r>
                <a:rPr lang="en-US" sz="1100" dirty="0" err="1">
                  <a:solidFill>
                    <a:srgbClr val="4C4C4D"/>
                  </a:solidFill>
                  <a:ea typeface="Heebo" pitchFamily="34" charset="-122"/>
                  <a:cs typeface="Heebo" pitchFamily="34" charset="-120"/>
                </a:rPr>
                <a:t>Reproduzierbar</a:t>
              </a:r>
              <a:r>
                <a:rPr lang="en-US" sz="1100" dirty="0">
                  <a:solidFill>
                    <a:srgbClr val="4C4C4D"/>
                  </a:solidFill>
                  <a:ea typeface="Heebo" pitchFamily="34" charset="-122"/>
                  <a:cs typeface="Heebo" pitchFamily="34" charset="-120"/>
                </a:rPr>
                <a:t> </a:t>
              </a:r>
              <a:r>
                <a:rPr lang="en-US" sz="1100" dirty="0" err="1">
                  <a:solidFill>
                    <a:srgbClr val="4C4C4D"/>
                  </a:solidFill>
                  <a:ea typeface="Heebo" pitchFamily="34" charset="-122"/>
                  <a:cs typeface="Heebo" pitchFamily="34" charset="-120"/>
                </a:rPr>
                <a:t>als</a:t>
              </a:r>
              <a:r>
                <a:rPr lang="en-US" sz="1100" dirty="0">
                  <a:solidFill>
                    <a:srgbClr val="4C4C4D"/>
                  </a:solidFill>
                  <a:ea typeface="Heebo" pitchFamily="34" charset="-122"/>
                  <a:cs typeface="Heebo" pitchFamily="34" charset="-120"/>
                </a:rPr>
                <a:t> </a:t>
              </a:r>
              <a:r>
                <a:rPr lang="en-US" sz="1100" dirty="0" err="1">
                  <a:solidFill>
                    <a:srgbClr val="4C4C4D"/>
                  </a:solidFill>
                  <a:ea typeface="Heebo" pitchFamily="34" charset="-122"/>
                  <a:cs typeface="Heebo" pitchFamily="34" charset="-120"/>
                </a:rPr>
                <a:t>Skripte</a:t>
              </a:r>
              <a:r>
                <a:rPr lang="en-US" sz="1100" dirty="0">
                  <a:solidFill>
                    <a:srgbClr val="4C4C4D"/>
                  </a:solidFill>
                  <a:ea typeface="Heebo" pitchFamily="34" charset="-122"/>
                  <a:cs typeface="Heebo" pitchFamily="34" charset="-120"/>
                </a:rPr>
                <a:t> + App</a:t>
              </a:r>
            </a:p>
          </p:txBody>
        </p:sp>
        <p:pic>
          <p:nvPicPr>
            <p:cNvPr id="26" name="Grafik 25" descr="Illustrator mit einfarbiger Füllung">
              <a:extLst>
                <a:ext uri="{FF2B5EF4-FFF2-40B4-BE49-F238E27FC236}">
                  <a16:creationId xmlns:a16="http://schemas.microsoft.com/office/drawing/2014/main" id="{AF5491D0-E4DB-6B18-D66F-F94E3650146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rcRect/>
            <a:stretch/>
          </p:blipFill>
          <p:spPr>
            <a:xfrm>
              <a:off x="643458" y="4028330"/>
              <a:ext cx="265567" cy="265567"/>
            </a:xfrm>
            <a:prstGeom prst="rect">
              <a:avLst/>
            </a:prstGeom>
          </p:spPr>
        </p:pic>
        <p:pic>
          <p:nvPicPr>
            <p:cNvPr id="27" name="Grafik 26" descr="Cursor mit einfarbiger Füllung">
              <a:extLst>
                <a:ext uri="{FF2B5EF4-FFF2-40B4-BE49-F238E27FC236}">
                  <a16:creationId xmlns:a16="http://schemas.microsoft.com/office/drawing/2014/main" id="{5D38FBB4-9E1A-6C65-F5E0-CA50420B33F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/>
          </p:blipFill>
          <p:spPr>
            <a:xfrm>
              <a:off x="643458" y="4341201"/>
              <a:ext cx="265567" cy="265567"/>
            </a:xfrm>
            <a:prstGeom prst="rect">
              <a:avLst/>
            </a:prstGeom>
          </p:spPr>
        </p:pic>
        <p:pic>
          <p:nvPicPr>
            <p:cNvPr id="28" name="Grafik 27" descr="Ordnersuche mit einfarbiger Füllung">
              <a:extLst>
                <a:ext uri="{FF2B5EF4-FFF2-40B4-BE49-F238E27FC236}">
                  <a16:creationId xmlns:a16="http://schemas.microsoft.com/office/drawing/2014/main" id="{1CE6D1CF-D5DE-9153-C6BE-AA023F91CEE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rcRect/>
            <a:stretch/>
          </p:blipFill>
          <p:spPr>
            <a:xfrm>
              <a:off x="643459" y="4631842"/>
              <a:ext cx="265567" cy="265567"/>
            </a:xfrm>
            <a:prstGeom prst="rect">
              <a:avLst/>
            </a:prstGeom>
          </p:spPr>
        </p:pic>
      </p:grpSp>
      <p:sp>
        <p:nvSpPr>
          <p:cNvPr id="31" name="Textfeld 30">
            <a:extLst>
              <a:ext uri="{FF2B5EF4-FFF2-40B4-BE49-F238E27FC236}">
                <a16:creationId xmlns:a16="http://schemas.microsoft.com/office/drawing/2014/main" id="{69BC4C78-84CC-4C60-EADD-E8ABCB6F3B9C}"/>
              </a:ext>
            </a:extLst>
          </p:cNvPr>
          <p:cNvSpPr txBox="1"/>
          <p:nvPr/>
        </p:nvSpPr>
        <p:spPr>
          <a:xfrm>
            <a:off x="0" y="4784154"/>
            <a:ext cx="9000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sz="500" dirty="0">
                <a:solidFill>
                  <a:srgbClr val="6D6D6D"/>
                </a:solidFill>
              </a:rPr>
              <a:t>C-Team ML4B. (2026). Evaluationsdarstellung aus dem </a:t>
            </a:r>
            <a:r>
              <a:rPr lang="de-DE" sz="500" dirty="0" err="1">
                <a:solidFill>
                  <a:srgbClr val="6D6D6D"/>
                </a:solidFill>
              </a:rPr>
              <a:t>SafeStep</a:t>
            </a:r>
            <a:r>
              <a:rPr lang="de-DE" sz="500" dirty="0">
                <a:solidFill>
                  <a:srgbClr val="6D6D6D"/>
                </a:solidFill>
              </a:rPr>
              <a:t>-Projekt [Abbildung]. GitHub-Repository: </a:t>
            </a:r>
            <a:r>
              <a:rPr lang="de-DE" sz="500" dirty="0">
                <a:solidFill>
                  <a:srgbClr val="6D6D6D"/>
                </a:solidFill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https://github.com/FAU-ML4B/C-Team-ML4B-2026</a:t>
            </a:r>
            <a:endParaRPr lang="de-DE" sz="500" dirty="0">
              <a:solidFill>
                <a:srgbClr val="6D6D6D"/>
              </a:solidFill>
            </a:endParaRPr>
          </a:p>
          <a:p>
            <a:pPr>
              <a:buNone/>
            </a:pPr>
            <a:r>
              <a:rPr lang="de-DE" sz="500" dirty="0">
                <a:solidFill>
                  <a:srgbClr val="6D6D6D"/>
                </a:solidFill>
              </a:rPr>
              <a:t>QR.io. (2026). QR-Code zur </a:t>
            </a:r>
            <a:r>
              <a:rPr lang="de-DE" sz="500" dirty="0" err="1">
                <a:solidFill>
                  <a:srgbClr val="6D6D6D"/>
                </a:solidFill>
              </a:rPr>
              <a:t>Streamlit</a:t>
            </a:r>
            <a:r>
              <a:rPr lang="de-DE" sz="500" dirty="0">
                <a:solidFill>
                  <a:srgbClr val="6D6D6D"/>
                </a:solidFill>
              </a:rPr>
              <a:t>-Demo-App </a:t>
            </a:r>
            <a:r>
              <a:rPr lang="de-DE" sz="500" dirty="0" err="1">
                <a:solidFill>
                  <a:srgbClr val="6D6D6D"/>
                </a:solidFill>
              </a:rPr>
              <a:t>SafeStep</a:t>
            </a:r>
            <a:r>
              <a:rPr lang="de-DE" sz="500" dirty="0">
                <a:solidFill>
                  <a:srgbClr val="6D6D6D"/>
                </a:solidFill>
              </a:rPr>
              <a:t> [QR-Code]. </a:t>
            </a:r>
            <a:r>
              <a:rPr lang="de-DE" sz="500" dirty="0">
                <a:solidFill>
                  <a:srgbClr val="6D6D6D"/>
                </a:solidFill>
                <a:hlinkClick r:id="rId1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https://qr.io/dashboard/</a:t>
            </a:r>
            <a:r>
              <a:rPr lang="de-DE" sz="500" dirty="0">
                <a:solidFill>
                  <a:srgbClr val="6D6D6D"/>
                </a:solidFill>
              </a:rPr>
              <a:t> </a:t>
            </a:r>
          </a:p>
        </p:txBody>
      </p:sp>
      <p:sp>
        <p:nvSpPr>
          <p:cNvPr id="32" name="Fußzeilenplatzhalter 2">
            <a:extLst>
              <a:ext uri="{FF2B5EF4-FFF2-40B4-BE49-F238E27FC236}">
                <a16:creationId xmlns:a16="http://schemas.microsoft.com/office/drawing/2014/main" id="{1AEAF5EC-03F0-5829-9108-38489AF8301C}"/>
              </a:ext>
            </a:extLst>
          </p:cNvPr>
          <p:cNvSpPr txBox="1">
            <a:spLocks/>
          </p:cNvSpPr>
          <p:nvPr/>
        </p:nvSpPr>
        <p:spPr>
          <a:xfrm>
            <a:off x="91412" y="5006814"/>
            <a:ext cx="6309387" cy="18466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de-DE" sz="600" dirty="0">
                <a:cs typeface="Heebo" pitchFamily="2" charset="-79"/>
              </a:rPr>
              <a:t>Friedrich-Alexander-Universität Erlangen-Nürnberg </a:t>
            </a:r>
            <a:r>
              <a:rPr lang="en-US" sz="600" dirty="0">
                <a:ea typeface="Calibri" pitchFamily="34" charset="-122"/>
                <a:cs typeface="Heebo" pitchFamily="2" charset="-79"/>
              </a:rPr>
              <a:t>| ML4B </a:t>
            </a:r>
            <a:r>
              <a:rPr lang="en-US" sz="600" dirty="0" err="1">
                <a:ea typeface="Calibri" pitchFamily="34" charset="-122"/>
                <a:cs typeface="Heebo" pitchFamily="2" charset="-79"/>
              </a:rPr>
              <a:t>SoSe</a:t>
            </a:r>
            <a:r>
              <a:rPr lang="en-US" sz="600" dirty="0">
                <a:ea typeface="Calibri" pitchFamily="34" charset="-122"/>
                <a:cs typeface="Heebo" pitchFamily="2" charset="-79"/>
              </a:rPr>
              <a:t> 2026 </a:t>
            </a:r>
            <a:r>
              <a:rPr lang="de-DE" sz="600" dirty="0">
                <a:ea typeface="Calibri" pitchFamily="34" charset="-122"/>
                <a:cs typeface="Heebo" pitchFamily="2" charset="-79"/>
              </a:rPr>
              <a:t>| Präsentiert vom P-Team: Tobias Franz · Vincent Schreyer · Tim Walther | Projekt des C-Teams </a:t>
            </a:r>
          </a:p>
          <a:p>
            <a:pPr>
              <a:defRPr/>
            </a:pPr>
            <a:endParaRPr lang="de-DE" sz="600" dirty="0">
              <a:cs typeface="Heebo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8908442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703</Words>
  <Application>Microsoft Office PowerPoint</Application>
  <PresentationFormat>Bildschirmpräsentation (16:9)</PresentationFormat>
  <Paragraphs>109</Paragraphs>
  <Slides>5</Slides>
  <Notes>5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12" baseType="lpstr">
      <vt:lpstr>Arial</vt:lpstr>
      <vt:lpstr>Calibri</vt:lpstr>
      <vt:lpstr>Heebo Bold</vt:lpstr>
      <vt:lpstr>Times New Roman</vt:lpstr>
      <vt:lpstr>Wingdings</vt:lpstr>
      <vt:lpstr>Heebo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subject/>
  <dc:creator/>
  <cp:lastModifiedBy>Vincent Schreyer</cp:lastModifiedBy>
  <cp:revision>1</cp:revision>
  <dcterms:created xsi:type="dcterms:W3CDTF">2026-06-23T14:07:09Z</dcterms:created>
  <dcterms:modified xsi:type="dcterms:W3CDTF">2026-06-25T21:32:36Z</dcterms:modified>
</cp:coreProperties>
</file>